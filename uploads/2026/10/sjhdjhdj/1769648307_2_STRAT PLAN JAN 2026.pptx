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8" r:id="rId2"/>
    <p:sldId id="269" r:id="rId3"/>
    <p:sldId id="273" r:id="rId4"/>
    <p:sldId id="274" r:id="rId5"/>
    <p:sldId id="270" r:id="rId6"/>
    <p:sldId id="271" r:id="rId7"/>
    <p:sldId id="272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Inter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hFPuvJRYXQhSpIHnZx9MmQ+oj2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DDEDBE-510F-4BCF-88C0-976A7B6FBFC0}">
  <a:tblStyle styleId="{E4DDEDBE-510F-4BCF-88C0-976A7B6FBF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CEAF0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CEAF0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3" name="Google Shape;5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1" name="Google Shape;5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81" name="Google Shape;5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49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581" name="Google Shape;5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6773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>
          <a:extLst>
            <a:ext uri="{FF2B5EF4-FFF2-40B4-BE49-F238E27FC236}">
              <a16:creationId xmlns:a16="http://schemas.microsoft.com/office/drawing/2014/main" id="{F2AD19FF-8922-BCC3-F8B8-FB1FC118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>
            <a:extLst>
              <a:ext uri="{FF2B5EF4-FFF2-40B4-BE49-F238E27FC236}">
                <a16:creationId xmlns:a16="http://schemas.microsoft.com/office/drawing/2014/main" id="{9AD770F3-7F9C-0850-1C9D-C9055345C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1" name="Google Shape;581;p14:notes">
            <a:extLst>
              <a:ext uri="{FF2B5EF4-FFF2-40B4-BE49-F238E27FC236}">
                <a16:creationId xmlns:a16="http://schemas.microsoft.com/office/drawing/2014/main" id="{65E0D5CE-B26D-1ED7-600A-9CD0D977C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8917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>
          <a:extLst>
            <a:ext uri="{FF2B5EF4-FFF2-40B4-BE49-F238E27FC236}">
              <a16:creationId xmlns:a16="http://schemas.microsoft.com/office/drawing/2014/main" id="{4C46C5B1-3F7E-D7BE-8904-0E26664A9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>
            <a:extLst>
              <a:ext uri="{FF2B5EF4-FFF2-40B4-BE49-F238E27FC236}">
                <a16:creationId xmlns:a16="http://schemas.microsoft.com/office/drawing/2014/main" id="{4BC215D3-DC8C-B4F3-DC79-CC614440B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1" name="Google Shape;581;p14:notes">
            <a:extLst>
              <a:ext uri="{FF2B5EF4-FFF2-40B4-BE49-F238E27FC236}">
                <a16:creationId xmlns:a16="http://schemas.microsoft.com/office/drawing/2014/main" id="{1CFA5252-4213-96D7-0EDA-6E57511524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044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>
          <a:extLst>
            <a:ext uri="{FF2B5EF4-FFF2-40B4-BE49-F238E27FC236}">
              <a16:creationId xmlns:a16="http://schemas.microsoft.com/office/drawing/2014/main" id="{EB303643-72EF-7B5E-885A-E5494373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:notes">
            <a:extLst>
              <a:ext uri="{FF2B5EF4-FFF2-40B4-BE49-F238E27FC236}">
                <a16:creationId xmlns:a16="http://schemas.microsoft.com/office/drawing/2014/main" id="{1731B46C-D759-DD4A-1FD1-7E380F5FF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1" name="Google Shape;581;p14:notes">
            <a:extLst>
              <a:ext uri="{FF2B5EF4-FFF2-40B4-BE49-F238E27FC236}">
                <a16:creationId xmlns:a16="http://schemas.microsoft.com/office/drawing/2014/main" id="{C16124DE-B0E1-7828-A0B8-BD567162B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496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p13"/>
          <p:cNvGrpSpPr/>
          <p:nvPr/>
        </p:nvGrpSpPr>
        <p:grpSpPr>
          <a:xfrm>
            <a:off x="12408297" y="3253066"/>
            <a:ext cx="7467621" cy="7467621"/>
            <a:chOff x="0" y="0"/>
            <a:chExt cx="812800" cy="812800"/>
          </a:xfrm>
        </p:grpSpPr>
        <p:sp>
          <p:nvSpPr>
            <p:cNvPr id="546" name="Google Shape;546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8" name="Google Shape;548;p13"/>
          <p:cNvSpPr/>
          <p:nvPr/>
        </p:nvSpPr>
        <p:spPr>
          <a:xfrm>
            <a:off x="10148925" y="2246402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49" name="Google Shape;549;p13"/>
          <p:cNvGrpSpPr/>
          <p:nvPr/>
        </p:nvGrpSpPr>
        <p:grpSpPr>
          <a:xfrm rot="-84933">
            <a:off x="13829072" y="1514530"/>
            <a:ext cx="1463744" cy="1463744"/>
            <a:chOff x="0" y="0"/>
            <a:chExt cx="812800" cy="812800"/>
          </a:xfrm>
        </p:grpSpPr>
        <p:sp>
          <p:nvSpPr>
            <p:cNvPr id="550" name="Google Shape;550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2" name="Google Shape;552;p13"/>
          <p:cNvGrpSpPr/>
          <p:nvPr/>
        </p:nvGrpSpPr>
        <p:grpSpPr>
          <a:xfrm rot="-84933">
            <a:off x="5047621" y="1984463"/>
            <a:ext cx="622170" cy="622170"/>
            <a:chOff x="0" y="0"/>
            <a:chExt cx="812800" cy="812800"/>
          </a:xfrm>
        </p:grpSpPr>
        <p:sp>
          <p:nvSpPr>
            <p:cNvPr id="553" name="Google Shape;553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13"/>
          <p:cNvGrpSpPr/>
          <p:nvPr/>
        </p:nvGrpSpPr>
        <p:grpSpPr>
          <a:xfrm rot="-84933">
            <a:off x="-783175" y="8701542"/>
            <a:ext cx="1566350" cy="1566350"/>
            <a:chOff x="0" y="0"/>
            <a:chExt cx="812800" cy="812800"/>
          </a:xfrm>
        </p:grpSpPr>
        <p:sp>
          <p:nvSpPr>
            <p:cNvPr id="556" name="Google Shape;556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8" name="Google Shape;558;p13"/>
          <p:cNvGrpSpPr/>
          <p:nvPr/>
        </p:nvGrpSpPr>
        <p:grpSpPr>
          <a:xfrm rot="-7718068">
            <a:off x="6189835" y="-686890"/>
            <a:ext cx="2527551" cy="2527551"/>
            <a:chOff x="0" y="0"/>
            <a:chExt cx="812800" cy="812800"/>
          </a:xfrm>
        </p:grpSpPr>
        <p:sp>
          <p:nvSpPr>
            <p:cNvPr id="559" name="Google Shape;55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1" name="Google Shape;561;p13"/>
          <p:cNvGrpSpPr/>
          <p:nvPr/>
        </p:nvGrpSpPr>
        <p:grpSpPr>
          <a:xfrm rot="-2590088">
            <a:off x="16959205" y="3202636"/>
            <a:ext cx="998837" cy="998837"/>
            <a:chOff x="0" y="0"/>
            <a:chExt cx="812800" cy="812800"/>
          </a:xfrm>
        </p:grpSpPr>
        <p:sp>
          <p:nvSpPr>
            <p:cNvPr id="562" name="Google Shape;56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4" name="Google Shape;564;p13"/>
          <p:cNvGrpSpPr/>
          <p:nvPr/>
        </p:nvGrpSpPr>
        <p:grpSpPr>
          <a:xfrm>
            <a:off x="2963944" y="7886054"/>
            <a:ext cx="7282692" cy="957104"/>
            <a:chOff x="0" y="-38100"/>
            <a:chExt cx="1918075" cy="252077"/>
          </a:xfrm>
        </p:grpSpPr>
        <p:sp>
          <p:nvSpPr>
            <p:cNvPr id="565" name="Google Shape;565;p13"/>
            <p:cNvSpPr/>
            <p:nvPr/>
          </p:nvSpPr>
          <p:spPr>
            <a:xfrm>
              <a:off x="0" y="0"/>
              <a:ext cx="1918075" cy="213977"/>
            </a:xfrm>
            <a:custGeom>
              <a:avLst/>
              <a:gdLst/>
              <a:ahLst/>
              <a:cxnLst/>
              <a:rect l="l" t="t" r="r" b="b"/>
              <a:pathLst>
                <a:path w="1918075" h="213977" extrusionOk="0">
                  <a:moveTo>
                    <a:pt x="22324" y="0"/>
                  </a:moveTo>
                  <a:lnTo>
                    <a:pt x="1895751" y="0"/>
                  </a:lnTo>
                  <a:cubicBezTo>
                    <a:pt x="1901672" y="0"/>
                    <a:pt x="1907350" y="2352"/>
                    <a:pt x="1911537" y="6539"/>
                  </a:cubicBezTo>
                  <a:cubicBezTo>
                    <a:pt x="1915723" y="10725"/>
                    <a:pt x="1918075" y="16403"/>
                    <a:pt x="1918075" y="22324"/>
                  </a:cubicBezTo>
                  <a:lnTo>
                    <a:pt x="1918075" y="191652"/>
                  </a:lnTo>
                  <a:cubicBezTo>
                    <a:pt x="1918075" y="203982"/>
                    <a:pt x="1908080" y="213977"/>
                    <a:pt x="1895751" y="213977"/>
                  </a:cubicBezTo>
                  <a:lnTo>
                    <a:pt x="22324" y="213977"/>
                  </a:lnTo>
                  <a:cubicBezTo>
                    <a:pt x="9995" y="213977"/>
                    <a:pt x="0" y="203982"/>
                    <a:pt x="0" y="191652"/>
                  </a:cubicBezTo>
                  <a:lnTo>
                    <a:pt x="0" y="22324"/>
                  </a:lnTo>
                  <a:cubicBezTo>
                    <a:pt x="0" y="9995"/>
                    <a:pt x="9995" y="0"/>
                    <a:pt x="22324" y="0"/>
                  </a:cubicBezTo>
                  <a:close/>
                </a:path>
              </a:pathLst>
            </a:custGeom>
            <a:gradFill>
              <a:gsLst>
                <a:gs pos="0">
                  <a:srgbClr val="F7C61D"/>
                </a:gs>
                <a:gs pos="50000">
                  <a:srgbClr val="CEA20B"/>
                </a:gs>
                <a:gs pos="100000">
                  <a:srgbClr val="D3950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3"/>
            <p:cNvSpPr txBox="1"/>
            <p:nvPr/>
          </p:nvSpPr>
          <p:spPr>
            <a:xfrm>
              <a:off x="0" y="-38100"/>
              <a:ext cx="1918075" cy="2520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7" name="Google Shape;567;p13"/>
          <p:cNvSpPr/>
          <p:nvPr/>
        </p:nvSpPr>
        <p:spPr>
          <a:xfrm>
            <a:off x="-342903" y="8030715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68" name="Google Shape;568;p13"/>
          <p:cNvGrpSpPr/>
          <p:nvPr/>
        </p:nvGrpSpPr>
        <p:grpSpPr>
          <a:xfrm>
            <a:off x="-254411" y="9592954"/>
            <a:ext cx="19273043" cy="1624431"/>
            <a:chOff x="0" y="-38100"/>
            <a:chExt cx="5076028" cy="427834"/>
          </a:xfrm>
        </p:grpSpPr>
        <p:sp>
          <p:nvSpPr>
            <p:cNvPr id="569" name="Google Shape;569;p13"/>
            <p:cNvSpPr/>
            <p:nvPr/>
          </p:nvSpPr>
          <p:spPr>
            <a:xfrm>
              <a:off x="0" y="0"/>
              <a:ext cx="5076028" cy="389734"/>
            </a:xfrm>
            <a:custGeom>
              <a:avLst/>
              <a:gdLst/>
              <a:ahLst/>
              <a:cxnLst/>
              <a:rect l="l" t="t" r="r" b="b"/>
              <a:pathLst>
                <a:path w="5076028" h="389734" extrusionOk="0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3"/>
            <p:cNvSpPr txBox="1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13"/>
          <p:cNvSpPr/>
          <p:nvPr/>
        </p:nvSpPr>
        <p:spPr>
          <a:xfrm>
            <a:off x="1028700" y="-583674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572" name="Google Shape;57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40338" y="1531968"/>
            <a:ext cx="10201546" cy="8205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39400" y="5047703"/>
            <a:ext cx="355802" cy="313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10800" y="2569945"/>
            <a:ext cx="355802" cy="313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44800" y="5361371"/>
            <a:ext cx="355802" cy="313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50022" y="2790237"/>
            <a:ext cx="355802" cy="31366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3"/>
          <p:cNvSpPr txBox="1"/>
          <p:nvPr/>
        </p:nvSpPr>
        <p:spPr>
          <a:xfrm>
            <a:off x="1406944" y="4846232"/>
            <a:ext cx="10201546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8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"/>
          <p:cNvSpPr txBox="1"/>
          <p:nvPr/>
        </p:nvSpPr>
        <p:spPr>
          <a:xfrm>
            <a:off x="1406944" y="2594404"/>
            <a:ext cx="6423154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6600" b="0" i="0" u="none" strike="noStrike" cap="none">
              <a:solidFill>
                <a:srgbClr val="C68817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4"/>
          <p:cNvGrpSpPr/>
          <p:nvPr/>
        </p:nvGrpSpPr>
        <p:grpSpPr>
          <a:xfrm rot="-2022836">
            <a:off x="9915909" y="4664435"/>
            <a:ext cx="642130" cy="642130"/>
            <a:chOff x="0" y="0"/>
            <a:chExt cx="812800" cy="812800"/>
          </a:xfrm>
        </p:grpSpPr>
        <p:sp>
          <p:nvSpPr>
            <p:cNvPr id="587" name="Google Shape;587;p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14"/>
          <p:cNvGrpSpPr/>
          <p:nvPr/>
        </p:nvGrpSpPr>
        <p:grpSpPr>
          <a:xfrm>
            <a:off x="865090" y="3172345"/>
            <a:ext cx="7212110" cy="3663346"/>
            <a:chOff x="0" y="-38100"/>
            <a:chExt cx="1005965" cy="471639"/>
          </a:xfrm>
        </p:grpSpPr>
        <p:sp>
          <p:nvSpPr>
            <p:cNvPr id="590" name="Google Shape;590;p14"/>
            <p:cNvSpPr/>
            <p:nvPr/>
          </p:nvSpPr>
          <p:spPr>
            <a:xfrm>
              <a:off x="0" y="0"/>
              <a:ext cx="1005965" cy="433539"/>
            </a:xfrm>
            <a:custGeom>
              <a:avLst/>
              <a:gdLst/>
              <a:ahLst/>
              <a:cxnLst/>
              <a:rect l="l" t="t" r="r" b="b"/>
              <a:pathLst>
                <a:path w="1005965" h="433539" extrusionOk="0">
                  <a:moveTo>
                    <a:pt x="46619" y="0"/>
                  </a:moveTo>
                  <a:lnTo>
                    <a:pt x="959346" y="0"/>
                  </a:lnTo>
                  <a:cubicBezTo>
                    <a:pt x="985093" y="0"/>
                    <a:pt x="1005965" y="20872"/>
                    <a:pt x="1005965" y="46619"/>
                  </a:cubicBezTo>
                  <a:lnTo>
                    <a:pt x="1005965" y="386919"/>
                  </a:lnTo>
                  <a:cubicBezTo>
                    <a:pt x="1005965" y="399284"/>
                    <a:pt x="1001054" y="411141"/>
                    <a:pt x="992311" y="419884"/>
                  </a:cubicBezTo>
                  <a:cubicBezTo>
                    <a:pt x="983568" y="428627"/>
                    <a:pt x="971710" y="433539"/>
                    <a:pt x="959346" y="433539"/>
                  </a:cubicBezTo>
                  <a:lnTo>
                    <a:pt x="46619" y="433539"/>
                  </a:lnTo>
                  <a:cubicBezTo>
                    <a:pt x="34255" y="433539"/>
                    <a:pt x="22397" y="428627"/>
                    <a:pt x="13655" y="419884"/>
                  </a:cubicBezTo>
                  <a:cubicBezTo>
                    <a:pt x="4912" y="411141"/>
                    <a:pt x="0" y="399284"/>
                    <a:pt x="0" y="386919"/>
                  </a:cubicBezTo>
                  <a:lnTo>
                    <a:pt x="0" y="46619"/>
                  </a:lnTo>
                  <a:cubicBezTo>
                    <a:pt x="0" y="34255"/>
                    <a:pt x="4912" y="22397"/>
                    <a:pt x="13655" y="13655"/>
                  </a:cubicBezTo>
                  <a:cubicBezTo>
                    <a:pt x="22397" y="4912"/>
                    <a:pt x="34255" y="0"/>
                    <a:pt x="46619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9FDFF"/>
                </a:gs>
                <a:gs pos="100000">
                  <a:srgbClr val="E1F2FA"/>
                </a:gs>
              </a:gsLst>
              <a:lin ang="2700000" scaled="0"/>
            </a:gradFill>
            <a:ln w="38100" cap="rnd" cmpd="sng">
              <a:solidFill>
                <a:srgbClr val="83AB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4"/>
            <p:cNvSpPr txBox="1"/>
            <p:nvPr/>
          </p:nvSpPr>
          <p:spPr>
            <a:xfrm>
              <a:off x="0" y="-38100"/>
              <a:ext cx="1005965" cy="471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14"/>
          <p:cNvGrpSpPr/>
          <p:nvPr/>
        </p:nvGrpSpPr>
        <p:grpSpPr>
          <a:xfrm>
            <a:off x="927726" y="3005984"/>
            <a:ext cx="4365634" cy="864211"/>
            <a:chOff x="-16555" y="-16951"/>
            <a:chExt cx="897088" cy="250636"/>
          </a:xfrm>
        </p:grpSpPr>
        <p:sp>
          <p:nvSpPr>
            <p:cNvPr id="593" name="Google Shape;593;p14"/>
            <p:cNvSpPr/>
            <p:nvPr/>
          </p:nvSpPr>
          <p:spPr>
            <a:xfrm>
              <a:off x="0" y="0"/>
              <a:ext cx="880533" cy="212536"/>
            </a:xfrm>
            <a:custGeom>
              <a:avLst/>
              <a:gdLst/>
              <a:ahLst/>
              <a:cxnLst/>
              <a:rect l="l" t="t" r="r" b="b"/>
              <a:pathLst>
                <a:path w="880533" h="212536" extrusionOk="0">
                  <a:moveTo>
                    <a:pt x="53260" y="0"/>
                  </a:moveTo>
                  <a:lnTo>
                    <a:pt x="827273" y="0"/>
                  </a:lnTo>
                  <a:cubicBezTo>
                    <a:pt x="841399" y="0"/>
                    <a:pt x="854945" y="5611"/>
                    <a:pt x="864934" y="15600"/>
                  </a:cubicBezTo>
                  <a:cubicBezTo>
                    <a:pt x="874922" y="25588"/>
                    <a:pt x="880533" y="39135"/>
                    <a:pt x="880533" y="53260"/>
                  </a:cubicBezTo>
                  <a:lnTo>
                    <a:pt x="880533" y="159275"/>
                  </a:lnTo>
                  <a:cubicBezTo>
                    <a:pt x="880533" y="173401"/>
                    <a:pt x="874922" y="186948"/>
                    <a:pt x="864934" y="196936"/>
                  </a:cubicBezTo>
                  <a:cubicBezTo>
                    <a:pt x="854945" y="206924"/>
                    <a:pt x="841399" y="212536"/>
                    <a:pt x="827273" y="212536"/>
                  </a:cubicBezTo>
                  <a:lnTo>
                    <a:pt x="53260" y="212536"/>
                  </a:lnTo>
                  <a:cubicBezTo>
                    <a:pt x="39135" y="212536"/>
                    <a:pt x="25588" y="206924"/>
                    <a:pt x="15600" y="196936"/>
                  </a:cubicBezTo>
                  <a:cubicBezTo>
                    <a:pt x="5611" y="186948"/>
                    <a:pt x="0" y="173401"/>
                    <a:pt x="0" y="159275"/>
                  </a:cubicBezTo>
                  <a:lnTo>
                    <a:pt x="0" y="53260"/>
                  </a:lnTo>
                  <a:cubicBezTo>
                    <a:pt x="0" y="39135"/>
                    <a:pt x="5611" y="25588"/>
                    <a:pt x="15600" y="15600"/>
                  </a:cubicBezTo>
                  <a:cubicBezTo>
                    <a:pt x="25588" y="5611"/>
                    <a:pt x="39135" y="0"/>
                    <a:pt x="5326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4"/>
            <p:cNvSpPr txBox="1"/>
            <p:nvPr/>
          </p:nvSpPr>
          <p:spPr>
            <a:xfrm>
              <a:off x="-16555" y="-16951"/>
              <a:ext cx="880533" cy="250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99"/>
                <a:buFont typeface="Arial"/>
                <a:buNone/>
              </a:pPr>
              <a:r>
                <a:rPr lang="en-US" sz="2000" b="1" i="0" u="none" strike="noStrike" cap="none" dirty="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ELECTRIFICATION PROJECTS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p14"/>
          <p:cNvSpPr/>
          <p:nvPr/>
        </p:nvSpPr>
        <p:spPr>
          <a:xfrm>
            <a:off x="6619948" y="-1046483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6" name="Google Shape;596;p14"/>
          <p:cNvSpPr/>
          <p:nvPr/>
        </p:nvSpPr>
        <p:spPr>
          <a:xfrm>
            <a:off x="12204023" y="9327362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3" name="Google Shape;603;p14"/>
          <p:cNvSpPr txBox="1"/>
          <p:nvPr/>
        </p:nvSpPr>
        <p:spPr>
          <a:xfrm>
            <a:off x="865090" y="717175"/>
            <a:ext cx="6693950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/>
          <p:cNvSpPr txBox="1"/>
          <p:nvPr/>
        </p:nvSpPr>
        <p:spPr>
          <a:xfrm>
            <a:off x="1545620" y="3974097"/>
            <a:ext cx="4883054" cy="26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Bugnay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Capintalan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Lising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Capintalan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Lukto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Capintalan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indent="-342900">
              <a:lnSpc>
                <a:spcPct val="124444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Ligligin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General Luna,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indent="-342900">
              <a:lnSpc>
                <a:spcPct val="124444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Tubuan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General Luna,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indent="-342900">
              <a:lnSpc>
                <a:spcPct val="124444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Canyon, Salazar,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  <a:p>
            <a:pPr marL="342900" indent="-342900">
              <a:lnSpc>
                <a:spcPct val="124444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Tungad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, Salazar,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sym typeface="Inter"/>
              </a:rPr>
              <a:t>Carranglan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sym typeface="Inter"/>
            </a:endParaRPr>
          </a:p>
        </p:txBody>
      </p:sp>
      <p:grpSp>
        <p:nvGrpSpPr>
          <p:cNvPr id="622" name="Google Shape;622;p14"/>
          <p:cNvGrpSpPr/>
          <p:nvPr/>
        </p:nvGrpSpPr>
        <p:grpSpPr>
          <a:xfrm>
            <a:off x="9144000" y="2393104"/>
            <a:ext cx="8945672" cy="4727396"/>
            <a:chOff x="5153969" y="3695316"/>
            <a:chExt cx="8945672" cy="9926805"/>
          </a:xfrm>
        </p:grpSpPr>
        <p:grpSp>
          <p:nvGrpSpPr>
            <p:cNvPr id="623" name="Google Shape;623;p14"/>
            <p:cNvGrpSpPr/>
            <p:nvPr/>
          </p:nvGrpSpPr>
          <p:grpSpPr>
            <a:xfrm>
              <a:off x="5153969" y="3695316"/>
              <a:ext cx="8775166" cy="9926805"/>
              <a:chOff x="5153969" y="3695316"/>
              <a:chExt cx="8775166" cy="9926805"/>
            </a:xfrm>
          </p:grpSpPr>
          <p:grpSp>
            <p:nvGrpSpPr>
              <p:cNvPr id="624" name="Google Shape;624;p14"/>
              <p:cNvGrpSpPr/>
              <p:nvPr/>
            </p:nvGrpSpPr>
            <p:grpSpPr>
              <a:xfrm>
                <a:off x="5153969" y="4174928"/>
                <a:ext cx="8775166" cy="9447193"/>
                <a:chOff x="-44907" y="-38100"/>
                <a:chExt cx="2311154" cy="2488150"/>
              </a:xfrm>
            </p:grpSpPr>
            <p:sp>
              <p:nvSpPr>
                <p:cNvPr id="625" name="Google Shape;625;p14"/>
                <p:cNvSpPr/>
                <p:nvPr/>
              </p:nvSpPr>
              <p:spPr>
                <a:xfrm>
                  <a:off x="-44907" y="0"/>
                  <a:ext cx="2311154" cy="245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965" h="433539" extrusionOk="0">
                      <a:moveTo>
                        <a:pt x="46619" y="0"/>
                      </a:moveTo>
                      <a:lnTo>
                        <a:pt x="959346" y="0"/>
                      </a:lnTo>
                      <a:cubicBezTo>
                        <a:pt x="985093" y="0"/>
                        <a:pt x="1005965" y="20872"/>
                        <a:pt x="1005965" y="46619"/>
                      </a:cubicBezTo>
                      <a:lnTo>
                        <a:pt x="1005965" y="386919"/>
                      </a:lnTo>
                      <a:cubicBezTo>
                        <a:pt x="1005965" y="399284"/>
                        <a:pt x="1001054" y="411141"/>
                        <a:pt x="992311" y="419884"/>
                      </a:cubicBezTo>
                      <a:cubicBezTo>
                        <a:pt x="983568" y="428627"/>
                        <a:pt x="971710" y="433539"/>
                        <a:pt x="959346" y="433539"/>
                      </a:cubicBezTo>
                      <a:lnTo>
                        <a:pt x="46619" y="433539"/>
                      </a:lnTo>
                      <a:cubicBezTo>
                        <a:pt x="34255" y="433539"/>
                        <a:pt x="22397" y="428627"/>
                        <a:pt x="13655" y="419884"/>
                      </a:cubicBezTo>
                      <a:cubicBezTo>
                        <a:pt x="4912" y="411141"/>
                        <a:pt x="0" y="399284"/>
                        <a:pt x="0" y="386919"/>
                      </a:cubicBezTo>
                      <a:lnTo>
                        <a:pt x="0" y="46619"/>
                      </a:lnTo>
                      <a:cubicBezTo>
                        <a:pt x="0" y="34255"/>
                        <a:pt x="4912" y="22397"/>
                        <a:pt x="13655" y="13655"/>
                      </a:cubicBezTo>
                      <a:cubicBezTo>
                        <a:pt x="22397" y="4912"/>
                        <a:pt x="34255" y="0"/>
                        <a:pt x="466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9FDFF"/>
                    </a:gs>
                    <a:gs pos="100000">
                      <a:srgbClr val="E1F2FA"/>
                    </a:gs>
                  </a:gsLst>
                  <a:lin ang="2700000" scaled="0"/>
                </a:gradFill>
                <a:ln w="38100" cap="rnd" cmpd="sng">
                  <a:solidFill>
                    <a:srgbClr val="F7C61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/>
                <p:cNvSpPr txBox="1"/>
                <p:nvPr/>
              </p:nvSpPr>
              <p:spPr>
                <a:xfrm>
                  <a:off x="0" y="-38100"/>
                  <a:ext cx="1005965" cy="4716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47722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7" name="Google Shape;627;p14"/>
              <p:cNvGrpSpPr/>
              <p:nvPr/>
            </p:nvGrpSpPr>
            <p:grpSpPr>
              <a:xfrm>
                <a:off x="5373124" y="3695316"/>
                <a:ext cx="3819526" cy="1248539"/>
                <a:chOff x="12813" y="-58150"/>
                <a:chExt cx="1005965" cy="328834"/>
              </a:xfrm>
            </p:grpSpPr>
            <p:sp>
              <p:nvSpPr>
                <p:cNvPr id="628" name="Google Shape;628;p14"/>
                <p:cNvSpPr/>
                <p:nvPr/>
              </p:nvSpPr>
              <p:spPr>
                <a:xfrm>
                  <a:off x="12813" y="-58150"/>
                  <a:ext cx="1005965" cy="3288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533" h="215462" extrusionOk="0">
                      <a:moveTo>
                        <a:pt x="53260" y="0"/>
                      </a:moveTo>
                      <a:lnTo>
                        <a:pt x="827273" y="0"/>
                      </a:lnTo>
                      <a:cubicBezTo>
                        <a:pt x="841399" y="0"/>
                        <a:pt x="854945" y="5611"/>
                        <a:pt x="864934" y="15600"/>
                      </a:cubicBezTo>
                      <a:cubicBezTo>
                        <a:pt x="874922" y="25588"/>
                        <a:pt x="880533" y="39135"/>
                        <a:pt x="880533" y="53260"/>
                      </a:cubicBezTo>
                      <a:lnTo>
                        <a:pt x="880533" y="162202"/>
                      </a:lnTo>
                      <a:cubicBezTo>
                        <a:pt x="880533" y="176327"/>
                        <a:pt x="874922" y="189874"/>
                        <a:pt x="864934" y="199862"/>
                      </a:cubicBezTo>
                      <a:cubicBezTo>
                        <a:pt x="854945" y="209851"/>
                        <a:pt x="841399" y="215462"/>
                        <a:pt x="827273" y="215462"/>
                      </a:cubicBezTo>
                      <a:lnTo>
                        <a:pt x="53260" y="215462"/>
                      </a:lnTo>
                      <a:cubicBezTo>
                        <a:pt x="39135" y="215462"/>
                        <a:pt x="25588" y="209851"/>
                        <a:pt x="15600" y="199862"/>
                      </a:cubicBezTo>
                      <a:cubicBezTo>
                        <a:pt x="5611" y="189874"/>
                        <a:pt x="0" y="176327"/>
                        <a:pt x="0" y="162202"/>
                      </a:cubicBezTo>
                      <a:lnTo>
                        <a:pt x="0" y="53260"/>
                      </a:lnTo>
                      <a:cubicBezTo>
                        <a:pt x="0" y="39135"/>
                        <a:pt x="5611" y="25588"/>
                        <a:pt x="15600" y="15600"/>
                      </a:cubicBezTo>
                      <a:cubicBezTo>
                        <a:pt x="25588" y="5611"/>
                        <a:pt x="39135" y="0"/>
                        <a:pt x="532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7C61D"/>
                    </a:gs>
                    <a:gs pos="50000">
                      <a:srgbClr val="CEA20B"/>
                    </a:gs>
                    <a:gs pos="100000">
                      <a:srgbClr val="D39505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/>
                <p:cNvSpPr txBox="1"/>
                <p:nvPr/>
              </p:nvSpPr>
              <p:spPr>
                <a:xfrm>
                  <a:off x="95956" y="9530"/>
                  <a:ext cx="814052" cy="1934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0021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99"/>
                    <a:buFont typeface="Arial"/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Inter"/>
                      <a:ea typeface="Inter"/>
                      <a:sym typeface="Inter"/>
                    </a:rPr>
                    <a:t>SAFETY PROJECTS</a:t>
                  </a:r>
                  <a:endParaRPr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30" name="Google Shape;630;p14"/>
            <p:cNvSpPr txBox="1"/>
            <p:nvPr/>
          </p:nvSpPr>
          <p:spPr>
            <a:xfrm>
              <a:off x="5494983" y="4734923"/>
              <a:ext cx="8604658" cy="86553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</a:pPr>
              <a:endPara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R="0" lvl="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</a:pPr>
              <a:r>
                <a:rPr lang="en-US" sz="1800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REHAB/REVAMP (ALIAGA)</a:t>
              </a:r>
              <a:endPara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endPara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BIBICLAT (GOING TO SAN CARLOS), ALIAGA.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POBLACION TO BIBICLAT, ALIAGA (</a:t>
              </a:r>
              <a:r>
                <a:rPr lang="en-US" sz="1800" b="0" i="0" u="none" strike="noStrike" cap="none" dirty="0" err="1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Putol</a:t>
              </a: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800" b="0" i="0" u="none" strike="noStrike" cap="none" dirty="0" err="1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Putol</a:t>
              </a: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) (A)</a:t>
              </a:r>
              <a:endPara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REROUTING OF LINES DUE TO HIGH RISK TO MCO AT SAN EUSTACIO, ALIAGA, N.E. NEAR ALG1473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UPGRADING OF LINES FROM SINGLE PHASE TO THREE PHASE OF PRIMARY LINE AT RIZAL ST., POBLACION, ALIAGA (NEAR ALG1232)</a:t>
              </a:r>
              <a:endPara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EXTENSION OF PRIMARY LINE AT SAN EMILIANO (ALG1033 - ALG1041)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REROUTING OF LINES AT SAN EMILIANO, ALIAGA (ALG2337)</a:t>
              </a:r>
              <a:endPara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18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70. REROUTING OF LINES AT KAINGIN, SAN JUAN, ALIAGA (ALG2225)</a:t>
              </a:r>
            </a:p>
          </p:txBody>
        </p:sp>
      </p:grp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7A06C56B-3871-5215-54ED-B0B5ABC14511}"/>
              </a:ext>
            </a:extLst>
          </p:cNvPr>
          <p:cNvSpPr txBox="1"/>
          <p:nvPr/>
        </p:nvSpPr>
        <p:spPr>
          <a:xfrm>
            <a:off x="915576" y="1816424"/>
            <a:ext cx="6826344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589;p14">
            <a:extLst>
              <a:ext uri="{FF2B5EF4-FFF2-40B4-BE49-F238E27FC236}">
                <a16:creationId xmlns:a16="http://schemas.microsoft.com/office/drawing/2014/main" id="{A2BA2E68-D90E-450A-9749-F7A3AAE7E3ED}"/>
              </a:ext>
            </a:extLst>
          </p:cNvPr>
          <p:cNvGrpSpPr/>
          <p:nvPr/>
        </p:nvGrpSpPr>
        <p:grpSpPr>
          <a:xfrm>
            <a:off x="927726" y="7310867"/>
            <a:ext cx="7310967" cy="2579893"/>
            <a:chOff x="0" y="-38100"/>
            <a:chExt cx="1005965" cy="471639"/>
          </a:xfrm>
        </p:grpSpPr>
        <p:sp>
          <p:nvSpPr>
            <p:cNvPr id="28" name="Google Shape;590;p14">
              <a:extLst>
                <a:ext uri="{FF2B5EF4-FFF2-40B4-BE49-F238E27FC236}">
                  <a16:creationId xmlns:a16="http://schemas.microsoft.com/office/drawing/2014/main" id="{C1C3F1A5-15EE-4738-8975-C001DE4377AE}"/>
                </a:ext>
              </a:extLst>
            </p:cNvPr>
            <p:cNvSpPr/>
            <p:nvPr/>
          </p:nvSpPr>
          <p:spPr>
            <a:xfrm>
              <a:off x="0" y="0"/>
              <a:ext cx="1005965" cy="433539"/>
            </a:xfrm>
            <a:custGeom>
              <a:avLst/>
              <a:gdLst/>
              <a:ahLst/>
              <a:cxnLst/>
              <a:rect l="l" t="t" r="r" b="b"/>
              <a:pathLst>
                <a:path w="1005965" h="433539" extrusionOk="0">
                  <a:moveTo>
                    <a:pt x="46619" y="0"/>
                  </a:moveTo>
                  <a:lnTo>
                    <a:pt x="959346" y="0"/>
                  </a:lnTo>
                  <a:cubicBezTo>
                    <a:pt x="985093" y="0"/>
                    <a:pt x="1005965" y="20872"/>
                    <a:pt x="1005965" y="46619"/>
                  </a:cubicBezTo>
                  <a:lnTo>
                    <a:pt x="1005965" y="386919"/>
                  </a:lnTo>
                  <a:cubicBezTo>
                    <a:pt x="1005965" y="399284"/>
                    <a:pt x="1001054" y="411141"/>
                    <a:pt x="992311" y="419884"/>
                  </a:cubicBezTo>
                  <a:cubicBezTo>
                    <a:pt x="983568" y="428627"/>
                    <a:pt x="971710" y="433539"/>
                    <a:pt x="959346" y="433539"/>
                  </a:cubicBezTo>
                  <a:lnTo>
                    <a:pt x="46619" y="433539"/>
                  </a:lnTo>
                  <a:cubicBezTo>
                    <a:pt x="34255" y="433539"/>
                    <a:pt x="22397" y="428627"/>
                    <a:pt x="13655" y="419884"/>
                  </a:cubicBezTo>
                  <a:cubicBezTo>
                    <a:pt x="4912" y="411141"/>
                    <a:pt x="0" y="399284"/>
                    <a:pt x="0" y="386919"/>
                  </a:cubicBezTo>
                  <a:lnTo>
                    <a:pt x="0" y="46619"/>
                  </a:lnTo>
                  <a:cubicBezTo>
                    <a:pt x="0" y="34255"/>
                    <a:pt x="4912" y="22397"/>
                    <a:pt x="13655" y="13655"/>
                  </a:cubicBezTo>
                  <a:cubicBezTo>
                    <a:pt x="22397" y="4912"/>
                    <a:pt x="34255" y="0"/>
                    <a:pt x="46619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9FDFF"/>
                </a:gs>
                <a:gs pos="100000">
                  <a:srgbClr val="E1F2FA"/>
                </a:gs>
              </a:gsLst>
              <a:lin ang="2700000" scaled="0"/>
            </a:gradFill>
            <a:ln w="38100" cap="rnd" cmpd="sng">
              <a:solidFill>
                <a:srgbClr val="83AB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591;p14">
              <a:extLst>
                <a:ext uri="{FF2B5EF4-FFF2-40B4-BE49-F238E27FC236}">
                  <a16:creationId xmlns:a16="http://schemas.microsoft.com/office/drawing/2014/main" id="{1C998533-4D39-469B-BD5E-059EDA629907}"/>
                </a:ext>
              </a:extLst>
            </p:cNvPr>
            <p:cNvSpPr txBox="1"/>
            <p:nvPr/>
          </p:nvSpPr>
          <p:spPr>
            <a:xfrm>
              <a:off x="0" y="-38100"/>
              <a:ext cx="1005965" cy="471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592;p14">
            <a:extLst>
              <a:ext uri="{FF2B5EF4-FFF2-40B4-BE49-F238E27FC236}">
                <a16:creationId xmlns:a16="http://schemas.microsoft.com/office/drawing/2014/main" id="{164CB6A3-EAB0-4CCD-9C94-0648F3D36169}"/>
              </a:ext>
            </a:extLst>
          </p:cNvPr>
          <p:cNvGrpSpPr/>
          <p:nvPr/>
        </p:nvGrpSpPr>
        <p:grpSpPr>
          <a:xfrm>
            <a:off x="927726" y="7010089"/>
            <a:ext cx="3343275" cy="726325"/>
            <a:chOff x="0" y="-38100"/>
            <a:chExt cx="880533" cy="250636"/>
          </a:xfrm>
        </p:grpSpPr>
        <p:sp>
          <p:nvSpPr>
            <p:cNvPr id="31" name="Google Shape;593;p14">
              <a:extLst>
                <a:ext uri="{FF2B5EF4-FFF2-40B4-BE49-F238E27FC236}">
                  <a16:creationId xmlns:a16="http://schemas.microsoft.com/office/drawing/2014/main" id="{E370A0A1-4049-4848-85EC-CE2B2B30A616}"/>
                </a:ext>
              </a:extLst>
            </p:cNvPr>
            <p:cNvSpPr/>
            <p:nvPr/>
          </p:nvSpPr>
          <p:spPr>
            <a:xfrm>
              <a:off x="0" y="0"/>
              <a:ext cx="880533" cy="212536"/>
            </a:xfrm>
            <a:custGeom>
              <a:avLst/>
              <a:gdLst/>
              <a:ahLst/>
              <a:cxnLst/>
              <a:rect l="l" t="t" r="r" b="b"/>
              <a:pathLst>
                <a:path w="880533" h="212536" extrusionOk="0">
                  <a:moveTo>
                    <a:pt x="53260" y="0"/>
                  </a:moveTo>
                  <a:lnTo>
                    <a:pt x="827273" y="0"/>
                  </a:lnTo>
                  <a:cubicBezTo>
                    <a:pt x="841399" y="0"/>
                    <a:pt x="854945" y="5611"/>
                    <a:pt x="864934" y="15600"/>
                  </a:cubicBezTo>
                  <a:cubicBezTo>
                    <a:pt x="874922" y="25588"/>
                    <a:pt x="880533" y="39135"/>
                    <a:pt x="880533" y="53260"/>
                  </a:cubicBezTo>
                  <a:lnTo>
                    <a:pt x="880533" y="159275"/>
                  </a:lnTo>
                  <a:cubicBezTo>
                    <a:pt x="880533" y="173401"/>
                    <a:pt x="874922" y="186948"/>
                    <a:pt x="864934" y="196936"/>
                  </a:cubicBezTo>
                  <a:cubicBezTo>
                    <a:pt x="854945" y="206924"/>
                    <a:pt x="841399" y="212536"/>
                    <a:pt x="827273" y="212536"/>
                  </a:cubicBezTo>
                  <a:lnTo>
                    <a:pt x="53260" y="212536"/>
                  </a:lnTo>
                  <a:cubicBezTo>
                    <a:pt x="39135" y="212536"/>
                    <a:pt x="25588" y="206924"/>
                    <a:pt x="15600" y="196936"/>
                  </a:cubicBezTo>
                  <a:cubicBezTo>
                    <a:pt x="5611" y="186948"/>
                    <a:pt x="0" y="173401"/>
                    <a:pt x="0" y="159275"/>
                  </a:cubicBezTo>
                  <a:lnTo>
                    <a:pt x="0" y="53260"/>
                  </a:lnTo>
                  <a:cubicBezTo>
                    <a:pt x="0" y="39135"/>
                    <a:pt x="5611" y="25588"/>
                    <a:pt x="15600" y="15600"/>
                  </a:cubicBezTo>
                  <a:cubicBezTo>
                    <a:pt x="25588" y="5611"/>
                    <a:pt x="39135" y="0"/>
                    <a:pt x="5326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594;p14">
              <a:extLst>
                <a:ext uri="{FF2B5EF4-FFF2-40B4-BE49-F238E27FC236}">
                  <a16:creationId xmlns:a16="http://schemas.microsoft.com/office/drawing/2014/main" id="{52C0A73F-643B-4C51-8789-B3751142B74F}"/>
                </a:ext>
              </a:extLst>
            </p:cNvPr>
            <p:cNvSpPr txBox="1"/>
            <p:nvPr/>
          </p:nvSpPr>
          <p:spPr>
            <a:xfrm>
              <a:off x="0" y="-38100"/>
              <a:ext cx="880533" cy="250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99"/>
                <a:buFont typeface="Arial"/>
                <a:buNone/>
              </a:pPr>
              <a:r>
                <a:rPr lang="en-US" sz="1899" b="1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RELIABILITY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605;p14">
            <a:extLst>
              <a:ext uri="{FF2B5EF4-FFF2-40B4-BE49-F238E27FC236}">
                <a16:creationId xmlns:a16="http://schemas.microsoft.com/office/drawing/2014/main" id="{FA36A895-0B94-41B8-856B-688F05214731}"/>
              </a:ext>
            </a:extLst>
          </p:cNvPr>
          <p:cNvSpPr txBox="1"/>
          <p:nvPr/>
        </p:nvSpPr>
        <p:spPr>
          <a:xfrm>
            <a:off x="1040460" y="7958931"/>
            <a:ext cx="7198233" cy="171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4444"/>
              </a:lnSpc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LOOPING OF DISTRIBUTION LINE</a:t>
            </a:r>
          </a:p>
          <a:p>
            <a:pPr lvl="0">
              <a:lnSpc>
                <a:spcPct val="124444"/>
              </a:lnSpc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Construction of Tie Line of </a:t>
            </a:r>
            <a:r>
              <a:rPr lang="en-US" sz="18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Aliaga</a:t>
            </a: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and Quezon Substation from Dulong Bayan, Quezon to </a:t>
            </a:r>
            <a:r>
              <a:rPr lang="en-US" sz="18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Sto</a:t>
            </a: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. Cristo, </a:t>
            </a:r>
            <a:r>
              <a:rPr lang="en-US" sz="18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Aliaga</a:t>
            </a: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, N.E.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4" name="Google Shape;586;p14">
            <a:extLst>
              <a:ext uri="{FF2B5EF4-FFF2-40B4-BE49-F238E27FC236}">
                <a16:creationId xmlns:a16="http://schemas.microsoft.com/office/drawing/2014/main" id="{080A7396-5469-4CC6-A9DF-CEB3A1852385}"/>
              </a:ext>
            </a:extLst>
          </p:cNvPr>
          <p:cNvGrpSpPr/>
          <p:nvPr/>
        </p:nvGrpSpPr>
        <p:grpSpPr>
          <a:xfrm rot="-2022836">
            <a:off x="9675538" y="7820691"/>
            <a:ext cx="642130" cy="390383"/>
            <a:chOff x="0" y="0"/>
            <a:chExt cx="812800" cy="812800"/>
          </a:xfrm>
        </p:grpSpPr>
        <p:sp>
          <p:nvSpPr>
            <p:cNvPr id="35" name="Google Shape;587;p14">
              <a:extLst>
                <a:ext uri="{FF2B5EF4-FFF2-40B4-BE49-F238E27FC236}">
                  <a16:creationId xmlns:a16="http://schemas.microsoft.com/office/drawing/2014/main" id="{146B553C-CFEB-4873-991B-9056664492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588;p14">
              <a:extLst>
                <a:ext uri="{FF2B5EF4-FFF2-40B4-BE49-F238E27FC236}">
                  <a16:creationId xmlns:a16="http://schemas.microsoft.com/office/drawing/2014/main" id="{482562F4-2402-422F-A2A9-F13BE326297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622;p14">
            <a:extLst>
              <a:ext uri="{FF2B5EF4-FFF2-40B4-BE49-F238E27FC236}">
                <a16:creationId xmlns:a16="http://schemas.microsoft.com/office/drawing/2014/main" id="{CE5265A7-A4F7-4747-A725-8DDB774EF499}"/>
              </a:ext>
            </a:extLst>
          </p:cNvPr>
          <p:cNvGrpSpPr/>
          <p:nvPr/>
        </p:nvGrpSpPr>
        <p:grpSpPr>
          <a:xfrm>
            <a:off x="9143998" y="7268008"/>
            <a:ext cx="8860421" cy="2408381"/>
            <a:chOff x="5239220" y="3695320"/>
            <a:chExt cx="8860421" cy="9115432"/>
          </a:xfrm>
        </p:grpSpPr>
        <p:grpSp>
          <p:nvGrpSpPr>
            <p:cNvPr id="38" name="Google Shape;623;p14">
              <a:extLst>
                <a:ext uri="{FF2B5EF4-FFF2-40B4-BE49-F238E27FC236}">
                  <a16:creationId xmlns:a16="http://schemas.microsoft.com/office/drawing/2014/main" id="{EF43390F-4AA2-4B55-A8A5-CD0C73402176}"/>
                </a:ext>
              </a:extLst>
            </p:cNvPr>
            <p:cNvGrpSpPr/>
            <p:nvPr/>
          </p:nvGrpSpPr>
          <p:grpSpPr>
            <a:xfrm>
              <a:off x="5239220" y="3695320"/>
              <a:ext cx="8775166" cy="9115432"/>
              <a:chOff x="5239220" y="3695320"/>
              <a:chExt cx="8775166" cy="9115432"/>
            </a:xfrm>
          </p:grpSpPr>
          <p:grpSp>
            <p:nvGrpSpPr>
              <p:cNvPr id="40" name="Google Shape;624;p14">
                <a:extLst>
                  <a:ext uri="{FF2B5EF4-FFF2-40B4-BE49-F238E27FC236}">
                    <a16:creationId xmlns:a16="http://schemas.microsoft.com/office/drawing/2014/main" id="{1F7147D4-FF1C-4846-A3CF-B76642214BFE}"/>
                  </a:ext>
                </a:extLst>
              </p:cNvPr>
              <p:cNvGrpSpPr/>
              <p:nvPr/>
            </p:nvGrpSpPr>
            <p:grpSpPr>
              <a:xfrm>
                <a:off x="5239220" y="4174928"/>
                <a:ext cx="8775166" cy="8635824"/>
                <a:chOff x="-22454" y="-38100"/>
                <a:chExt cx="2311154" cy="2274456"/>
              </a:xfrm>
            </p:grpSpPr>
            <p:sp>
              <p:nvSpPr>
                <p:cNvPr id="44" name="Google Shape;625;p14">
                  <a:extLst>
                    <a:ext uri="{FF2B5EF4-FFF2-40B4-BE49-F238E27FC236}">
                      <a16:creationId xmlns:a16="http://schemas.microsoft.com/office/drawing/2014/main" id="{00553A0D-2245-442E-8F56-2E4F1A2511C2}"/>
                    </a:ext>
                  </a:extLst>
                </p:cNvPr>
                <p:cNvSpPr/>
                <p:nvPr/>
              </p:nvSpPr>
              <p:spPr>
                <a:xfrm>
                  <a:off x="-22454" y="0"/>
                  <a:ext cx="2311154" cy="2236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965" h="433539" extrusionOk="0">
                      <a:moveTo>
                        <a:pt x="46619" y="0"/>
                      </a:moveTo>
                      <a:lnTo>
                        <a:pt x="959346" y="0"/>
                      </a:lnTo>
                      <a:cubicBezTo>
                        <a:pt x="985093" y="0"/>
                        <a:pt x="1005965" y="20872"/>
                        <a:pt x="1005965" y="46619"/>
                      </a:cubicBezTo>
                      <a:lnTo>
                        <a:pt x="1005965" y="386919"/>
                      </a:lnTo>
                      <a:cubicBezTo>
                        <a:pt x="1005965" y="399284"/>
                        <a:pt x="1001054" y="411141"/>
                        <a:pt x="992311" y="419884"/>
                      </a:cubicBezTo>
                      <a:cubicBezTo>
                        <a:pt x="983568" y="428627"/>
                        <a:pt x="971710" y="433539"/>
                        <a:pt x="959346" y="433539"/>
                      </a:cubicBezTo>
                      <a:lnTo>
                        <a:pt x="46619" y="433539"/>
                      </a:lnTo>
                      <a:cubicBezTo>
                        <a:pt x="34255" y="433539"/>
                        <a:pt x="22397" y="428627"/>
                        <a:pt x="13655" y="419884"/>
                      </a:cubicBezTo>
                      <a:cubicBezTo>
                        <a:pt x="4912" y="411141"/>
                        <a:pt x="0" y="399284"/>
                        <a:pt x="0" y="386919"/>
                      </a:cubicBezTo>
                      <a:lnTo>
                        <a:pt x="0" y="46619"/>
                      </a:lnTo>
                      <a:cubicBezTo>
                        <a:pt x="0" y="34255"/>
                        <a:pt x="4912" y="22397"/>
                        <a:pt x="13655" y="13655"/>
                      </a:cubicBezTo>
                      <a:cubicBezTo>
                        <a:pt x="22397" y="4912"/>
                        <a:pt x="34255" y="0"/>
                        <a:pt x="466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9FDFF"/>
                    </a:gs>
                    <a:gs pos="100000">
                      <a:srgbClr val="E1F2FA"/>
                    </a:gs>
                  </a:gsLst>
                  <a:lin ang="2700000" scaled="0"/>
                </a:gradFill>
                <a:ln w="38100" cap="rnd" cmpd="sng">
                  <a:solidFill>
                    <a:srgbClr val="F7C61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" name="Google Shape;626;p14">
                  <a:extLst>
                    <a:ext uri="{FF2B5EF4-FFF2-40B4-BE49-F238E27FC236}">
                      <a16:creationId xmlns:a16="http://schemas.microsoft.com/office/drawing/2014/main" id="{EC05F356-9621-4E7B-BCE1-74B155A7EC6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05965" cy="4716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47722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" name="Google Shape;627;p14">
                <a:extLst>
                  <a:ext uri="{FF2B5EF4-FFF2-40B4-BE49-F238E27FC236}">
                    <a16:creationId xmlns:a16="http://schemas.microsoft.com/office/drawing/2014/main" id="{587FFF92-CF8F-41B1-9A20-1D066D7899A0}"/>
                  </a:ext>
                </a:extLst>
              </p:cNvPr>
              <p:cNvGrpSpPr/>
              <p:nvPr/>
            </p:nvGrpSpPr>
            <p:grpSpPr>
              <a:xfrm>
                <a:off x="5373124" y="3695320"/>
                <a:ext cx="4392380" cy="2270367"/>
                <a:chOff x="12813" y="-58149"/>
                <a:chExt cx="1156840" cy="597958"/>
              </a:xfrm>
            </p:grpSpPr>
            <p:sp>
              <p:nvSpPr>
                <p:cNvPr id="42" name="Google Shape;628;p14">
                  <a:extLst>
                    <a:ext uri="{FF2B5EF4-FFF2-40B4-BE49-F238E27FC236}">
                      <a16:creationId xmlns:a16="http://schemas.microsoft.com/office/drawing/2014/main" id="{A7FDA21C-4B99-4CE3-9C63-526A600C6CBB}"/>
                    </a:ext>
                  </a:extLst>
                </p:cNvPr>
                <p:cNvSpPr/>
                <p:nvPr/>
              </p:nvSpPr>
              <p:spPr>
                <a:xfrm>
                  <a:off x="12813" y="-58149"/>
                  <a:ext cx="1156840" cy="597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533" h="215462" extrusionOk="0">
                      <a:moveTo>
                        <a:pt x="53260" y="0"/>
                      </a:moveTo>
                      <a:lnTo>
                        <a:pt x="827273" y="0"/>
                      </a:lnTo>
                      <a:cubicBezTo>
                        <a:pt x="841399" y="0"/>
                        <a:pt x="854945" y="5611"/>
                        <a:pt x="864934" y="15600"/>
                      </a:cubicBezTo>
                      <a:cubicBezTo>
                        <a:pt x="874922" y="25588"/>
                        <a:pt x="880533" y="39135"/>
                        <a:pt x="880533" y="53260"/>
                      </a:cubicBezTo>
                      <a:lnTo>
                        <a:pt x="880533" y="162202"/>
                      </a:lnTo>
                      <a:cubicBezTo>
                        <a:pt x="880533" y="176327"/>
                        <a:pt x="874922" y="189874"/>
                        <a:pt x="864934" y="199862"/>
                      </a:cubicBezTo>
                      <a:cubicBezTo>
                        <a:pt x="854945" y="209851"/>
                        <a:pt x="841399" y="215462"/>
                        <a:pt x="827273" y="215462"/>
                      </a:cubicBezTo>
                      <a:lnTo>
                        <a:pt x="53260" y="215462"/>
                      </a:lnTo>
                      <a:cubicBezTo>
                        <a:pt x="39135" y="215462"/>
                        <a:pt x="25588" y="209851"/>
                        <a:pt x="15600" y="199862"/>
                      </a:cubicBezTo>
                      <a:cubicBezTo>
                        <a:pt x="5611" y="189874"/>
                        <a:pt x="0" y="176327"/>
                        <a:pt x="0" y="162202"/>
                      </a:cubicBezTo>
                      <a:lnTo>
                        <a:pt x="0" y="53260"/>
                      </a:lnTo>
                      <a:cubicBezTo>
                        <a:pt x="0" y="39135"/>
                        <a:pt x="5611" y="25588"/>
                        <a:pt x="15600" y="15600"/>
                      </a:cubicBezTo>
                      <a:cubicBezTo>
                        <a:pt x="25588" y="5611"/>
                        <a:pt x="39135" y="0"/>
                        <a:pt x="532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7C61D"/>
                    </a:gs>
                    <a:gs pos="50000">
                      <a:srgbClr val="CEA20B"/>
                    </a:gs>
                    <a:gs pos="100000">
                      <a:srgbClr val="D39505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" name="Google Shape;629;p14">
                  <a:extLst>
                    <a:ext uri="{FF2B5EF4-FFF2-40B4-BE49-F238E27FC236}">
                      <a16:creationId xmlns:a16="http://schemas.microsoft.com/office/drawing/2014/main" id="{7A9C3E68-AD13-4C9D-B8F6-9271982B397E}"/>
                    </a:ext>
                  </a:extLst>
                </p:cNvPr>
                <p:cNvSpPr txBox="1"/>
                <p:nvPr/>
              </p:nvSpPr>
              <p:spPr>
                <a:xfrm>
                  <a:off x="95956" y="9530"/>
                  <a:ext cx="945275" cy="43424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0021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99"/>
                    <a:buFont typeface="Arial"/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Inter"/>
                      <a:ea typeface="Inter"/>
                      <a:sym typeface="Inter"/>
                    </a:rPr>
                    <a:t>SAFETY PROJECTS</a:t>
                  </a:r>
                  <a:endParaRPr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9" name="Google Shape;630;p14">
              <a:extLst>
                <a:ext uri="{FF2B5EF4-FFF2-40B4-BE49-F238E27FC236}">
                  <a16:creationId xmlns:a16="http://schemas.microsoft.com/office/drawing/2014/main" id="{89285A53-B1F0-418B-8716-D27F2EFDC711}"/>
                </a:ext>
              </a:extLst>
            </p:cNvPr>
            <p:cNvSpPr txBox="1"/>
            <p:nvPr/>
          </p:nvSpPr>
          <p:spPr>
            <a:xfrm>
              <a:off x="5494983" y="4734922"/>
              <a:ext cx="8604658" cy="11864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</a:pPr>
              <a:endPara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7" name="Google Shape;630;p14">
            <a:extLst>
              <a:ext uri="{FF2B5EF4-FFF2-40B4-BE49-F238E27FC236}">
                <a16:creationId xmlns:a16="http://schemas.microsoft.com/office/drawing/2014/main" id="{95181700-7850-4AE0-ADC8-6DDA4EBD9CD6}"/>
              </a:ext>
            </a:extLst>
          </p:cNvPr>
          <p:cNvSpPr txBox="1"/>
          <p:nvPr/>
        </p:nvSpPr>
        <p:spPr>
          <a:xfrm>
            <a:off x="9537858" y="7736414"/>
            <a:ext cx="7822416" cy="171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(CARRANGLAN)</a:t>
            </a:r>
            <a:endParaRPr lang="en-US" sz="18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 OF PRIMARY LINES AT DIGDIG TO PUNCAN, CARRANGLAN part 1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"/>
          <p:cNvSpPr/>
          <p:nvPr/>
        </p:nvSpPr>
        <p:spPr>
          <a:xfrm>
            <a:off x="6391347" y="-1038265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6" name="Google Shape;596;p14"/>
          <p:cNvSpPr/>
          <p:nvPr/>
        </p:nvSpPr>
        <p:spPr>
          <a:xfrm>
            <a:off x="12127823" y="8292979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3" name="Google Shape;603;p14"/>
          <p:cNvSpPr txBox="1"/>
          <p:nvPr/>
        </p:nvSpPr>
        <p:spPr>
          <a:xfrm>
            <a:off x="865090" y="717175"/>
            <a:ext cx="6693950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14"/>
          <p:cNvGrpSpPr/>
          <p:nvPr/>
        </p:nvGrpSpPr>
        <p:grpSpPr>
          <a:xfrm>
            <a:off x="406987" y="2558715"/>
            <a:ext cx="8774087" cy="2242367"/>
            <a:chOff x="5324475" y="3695316"/>
            <a:chExt cx="8435430" cy="4484361"/>
          </a:xfrm>
        </p:grpSpPr>
        <p:grpSp>
          <p:nvGrpSpPr>
            <p:cNvPr id="624" name="Google Shape;624;p14"/>
            <p:cNvGrpSpPr/>
            <p:nvPr/>
          </p:nvGrpSpPr>
          <p:grpSpPr>
            <a:xfrm>
              <a:off x="5324475" y="4174928"/>
              <a:ext cx="8435430" cy="4004749"/>
              <a:chOff x="0" y="-38100"/>
              <a:chExt cx="2221676" cy="1054749"/>
            </a:xfrm>
          </p:grpSpPr>
          <p:sp>
            <p:nvSpPr>
              <p:cNvPr id="625" name="Google Shape;625;p14"/>
              <p:cNvSpPr/>
              <p:nvPr/>
            </p:nvSpPr>
            <p:spPr>
              <a:xfrm>
                <a:off x="0" y="0"/>
                <a:ext cx="2221676" cy="1016649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4"/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" name="Google Shape;627;p14"/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628" name="Google Shape;628;p14"/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4"/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7A06C56B-3871-5215-54ED-B0B5ABC14511}"/>
              </a:ext>
            </a:extLst>
          </p:cNvPr>
          <p:cNvSpPr txBox="1"/>
          <p:nvPr/>
        </p:nvSpPr>
        <p:spPr>
          <a:xfrm>
            <a:off x="915576" y="1694504"/>
            <a:ext cx="6826344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630;p14">
            <a:extLst>
              <a:ext uri="{FF2B5EF4-FFF2-40B4-BE49-F238E27FC236}">
                <a16:creationId xmlns:a16="http://schemas.microsoft.com/office/drawing/2014/main" id="{1B640FC7-0760-4C34-A2B9-384AB32A691B}"/>
              </a:ext>
            </a:extLst>
          </p:cNvPr>
          <p:cNvSpPr txBox="1"/>
          <p:nvPr/>
        </p:nvSpPr>
        <p:spPr>
          <a:xfrm>
            <a:off x="700910" y="3126876"/>
            <a:ext cx="8162642" cy="137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(GUIMBA)</a:t>
            </a:r>
            <a:endParaRPr lang="en-US" sz="18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RE-ROUTING LINES DUE TO HIGH RISKS AT BUNOL, GUIMBA</a:t>
            </a:r>
          </a:p>
        </p:txBody>
      </p:sp>
      <p:grpSp>
        <p:nvGrpSpPr>
          <p:cNvPr id="44" name="Google Shape;623;p14">
            <a:extLst>
              <a:ext uri="{FF2B5EF4-FFF2-40B4-BE49-F238E27FC236}">
                <a16:creationId xmlns:a16="http://schemas.microsoft.com/office/drawing/2014/main" id="{3DC5A92D-FF82-414E-80D6-EF1EBE78AA41}"/>
              </a:ext>
            </a:extLst>
          </p:cNvPr>
          <p:cNvGrpSpPr/>
          <p:nvPr/>
        </p:nvGrpSpPr>
        <p:grpSpPr>
          <a:xfrm>
            <a:off x="360466" y="4943775"/>
            <a:ext cx="8774087" cy="2242367"/>
            <a:chOff x="5324475" y="3695316"/>
            <a:chExt cx="8435430" cy="4484361"/>
          </a:xfrm>
        </p:grpSpPr>
        <p:grpSp>
          <p:nvGrpSpPr>
            <p:cNvPr id="45" name="Google Shape;624;p14">
              <a:extLst>
                <a:ext uri="{FF2B5EF4-FFF2-40B4-BE49-F238E27FC236}">
                  <a16:creationId xmlns:a16="http://schemas.microsoft.com/office/drawing/2014/main" id="{E8F4266D-3E70-4FDC-AD67-A04AC979FE55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4004749"/>
              <a:chOff x="0" y="-38100"/>
              <a:chExt cx="2221676" cy="1054749"/>
            </a:xfrm>
          </p:grpSpPr>
          <p:sp>
            <p:nvSpPr>
              <p:cNvPr id="49" name="Google Shape;625;p14">
                <a:extLst>
                  <a:ext uri="{FF2B5EF4-FFF2-40B4-BE49-F238E27FC236}">
                    <a16:creationId xmlns:a16="http://schemas.microsoft.com/office/drawing/2014/main" id="{73C7BDF3-3026-4EAE-A696-3F3215B1E523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1016649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626;p14">
                <a:extLst>
                  <a:ext uri="{FF2B5EF4-FFF2-40B4-BE49-F238E27FC236}">
                    <a16:creationId xmlns:a16="http://schemas.microsoft.com/office/drawing/2014/main" id="{0F52CEF8-1760-4DF3-B309-865D92A519B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" name="Google Shape;627;p14">
              <a:extLst>
                <a:ext uri="{FF2B5EF4-FFF2-40B4-BE49-F238E27FC236}">
                  <a16:creationId xmlns:a16="http://schemas.microsoft.com/office/drawing/2014/main" id="{E8FE97AB-66E8-43F3-85E7-02663B366310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47" name="Google Shape;628;p14">
                <a:extLst>
                  <a:ext uri="{FF2B5EF4-FFF2-40B4-BE49-F238E27FC236}">
                    <a16:creationId xmlns:a16="http://schemas.microsoft.com/office/drawing/2014/main" id="{FD2369D0-1254-4370-BD83-EA0BB75B03C4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629;p14">
                <a:extLst>
                  <a:ext uri="{FF2B5EF4-FFF2-40B4-BE49-F238E27FC236}">
                    <a16:creationId xmlns:a16="http://schemas.microsoft.com/office/drawing/2014/main" id="{BF33DB57-BFFA-4E49-A4AC-052DBF532DC8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" name="Google Shape;630;p14">
            <a:extLst>
              <a:ext uri="{FF2B5EF4-FFF2-40B4-BE49-F238E27FC236}">
                <a16:creationId xmlns:a16="http://schemas.microsoft.com/office/drawing/2014/main" id="{139C954F-9CCD-46B5-8877-4E750C970F8F}"/>
              </a:ext>
            </a:extLst>
          </p:cNvPr>
          <p:cNvSpPr txBox="1"/>
          <p:nvPr/>
        </p:nvSpPr>
        <p:spPr>
          <a:xfrm>
            <a:off x="654389" y="5511936"/>
            <a:ext cx="8162642" cy="137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(LUPAO)</a:t>
            </a:r>
            <a:endParaRPr lang="en-US" sz="18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REROUTING OF PRIMARY LINES AT MAPANGPANG, LUPAO</a:t>
            </a:r>
          </a:p>
        </p:txBody>
      </p:sp>
      <p:grpSp>
        <p:nvGrpSpPr>
          <p:cNvPr id="52" name="Google Shape;623;p14">
            <a:extLst>
              <a:ext uri="{FF2B5EF4-FFF2-40B4-BE49-F238E27FC236}">
                <a16:creationId xmlns:a16="http://schemas.microsoft.com/office/drawing/2014/main" id="{94FC3DC0-FACC-4047-B22E-7D2D72FE363C}"/>
              </a:ext>
            </a:extLst>
          </p:cNvPr>
          <p:cNvGrpSpPr/>
          <p:nvPr/>
        </p:nvGrpSpPr>
        <p:grpSpPr>
          <a:xfrm>
            <a:off x="368674" y="7442141"/>
            <a:ext cx="8774087" cy="2844860"/>
            <a:chOff x="5324475" y="3695316"/>
            <a:chExt cx="8435430" cy="5689246"/>
          </a:xfrm>
        </p:grpSpPr>
        <p:grpSp>
          <p:nvGrpSpPr>
            <p:cNvPr id="53" name="Google Shape;624;p14">
              <a:extLst>
                <a:ext uri="{FF2B5EF4-FFF2-40B4-BE49-F238E27FC236}">
                  <a16:creationId xmlns:a16="http://schemas.microsoft.com/office/drawing/2014/main" id="{5B052BA4-4A7B-41A9-BB8B-53316C7C86B4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5209634"/>
              <a:chOff x="0" y="-38100"/>
              <a:chExt cx="2221676" cy="1372085"/>
            </a:xfrm>
          </p:grpSpPr>
          <p:sp>
            <p:nvSpPr>
              <p:cNvPr id="57" name="Google Shape;625;p14">
                <a:extLst>
                  <a:ext uri="{FF2B5EF4-FFF2-40B4-BE49-F238E27FC236}">
                    <a16:creationId xmlns:a16="http://schemas.microsoft.com/office/drawing/2014/main" id="{6C57EBFE-9B67-41EE-A9F7-826FFC609656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1333985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626;p14">
                <a:extLst>
                  <a:ext uri="{FF2B5EF4-FFF2-40B4-BE49-F238E27FC236}">
                    <a16:creationId xmlns:a16="http://schemas.microsoft.com/office/drawing/2014/main" id="{CAE97D22-975F-426A-8330-9C74DFF5FC7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627;p14">
              <a:extLst>
                <a:ext uri="{FF2B5EF4-FFF2-40B4-BE49-F238E27FC236}">
                  <a16:creationId xmlns:a16="http://schemas.microsoft.com/office/drawing/2014/main" id="{4E63A75D-EE4C-4974-BC09-A0301DDBC24F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55" name="Google Shape;628;p14">
                <a:extLst>
                  <a:ext uri="{FF2B5EF4-FFF2-40B4-BE49-F238E27FC236}">
                    <a16:creationId xmlns:a16="http://schemas.microsoft.com/office/drawing/2014/main" id="{8F61CAD8-71C6-4EB2-A879-A4369CD46D85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629;p14">
                <a:extLst>
                  <a:ext uri="{FF2B5EF4-FFF2-40B4-BE49-F238E27FC236}">
                    <a16:creationId xmlns:a16="http://schemas.microsoft.com/office/drawing/2014/main" id="{7ED447FA-BEEB-4FA3-A662-E4A4AE350275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9" name="Google Shape;630;p14">
            <a:extLst>
              <a:ext uri="{FF2B5EF4-FFF2-40B4-BE49-F238E27FC236}">
                <a16:creationId xmlns:a16="http://schemas.microsoft.com/office/drawing/2014/main" id="{8EE2D252-A881-4503-9036-6D61C6AF0901}"/>
              </a:ext>
            </a:extLst>
          </p:cNvPr>
          <p:cNvSpPr txBox="1"/>
          <p:nvPr/>
        </p:nvSpPr>
        <p:spPr>
          <a:xfrm>
            <a:off x="650895" y="7871023"/>
            <a:ext cx="8264505" cy="240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(QUEZON)</a:t>
            </a:r>
            <a:b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68. re-routing of lines from BRGY. DONA LUCIA to </a:t>
            </a:r>
            <a:r>
              <a:rPr lang="en-US" sz="1800" b="0" i="0" u="none" strike="noStrike" cap="none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sto</a:t>
            </a: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cristo</a:t>
            </a: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, QUEZON (near QZN0803)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71. PRIMARY LINE EXTENSION AT  BRGY. SAN ANDRES, QUEZON (QZN1257)</a:t>
            </a:r>
          </a:p>
        </p:txBody>
      </p:sp>
      <p:grpSp>
        <p:nvGrpSpPr>
          <p:cNvPr id="60" name="Google Shape;623;p14">
            <a:extLst>
              <a:ext uri="{FF2B5EF4-FFF2-40B4-BE49-F238E27FC236}">
                <a16:creationId xmlns:a16="http://schemas.microsoft.com/office/drawing/2014/main" id="{D9A54389-9628-45E8-8B69-70D48E067E70}"/>
              </a:ext>
            </a:extLst>
          </p:cNvPr>
          <p:cNvGrpSpPr/>
          <p:nvPr/>
        </p:nvGrpSpPr>
        <p:grpSpPr>
          <a:xfrm>
            <a:off x="9561555" y="1424061"/>
            <a:ext cx="8456565" cy="3262966"/>
            <a:chOff x="5324475" y="3695316"/>
            <a:chExt cx="8435430" cy="6525390"/>
          </a:xfrm>
        </p:grpSpPr>
        <p:grpSp>
          <p:nvGrpSpPr>
            <p:cNvPr id="61" name="Google Shape;624;p14">
              <a:extLst>
                <a:ext uri="{FF2B5EF4-FFF2-40B4-BE49-F238E27FC236}">
                  <a16:creationId xmlns:a16="http://schemas.microsoft.com/office/drawing/2014/main" id="{56CB1713-6536-4477-89C2-C62CB591CA25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6045778"/>
              <a:chOff x="0" y="-38100"/>
              <a:chExt cx="2221676" cy="1592304"/>
            </a:xfrm>
          </p:grpSpPr>
          <p:sp>
            <p:nvSpPr>
              <p:cNvPr id="65" name="Google Shape;625;p14">
                <a:extLst>
                  <a:ext uri="{FF2B5EF4-FFF2-40B4-BE49-F238E27FC236}">
                    <a16:creationId xmlns:a16="http://schemas.microsoft.com/office/drawing/2014/main" id="{021BCBDF-C4A5-45E4-BB78-A4979096367F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1554204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26;p14">
                <a:extLst>
                  <a:ext uri="{FF2B5EF4-FFF2-40B4-BE49-F238E27FC236}">
                    <a16:creationId xmlns:a16="http://schemas.microsoft.com/office/drawing/2014/main" id="{547C2ABB-FBCF-434D-9E70-905054BCCB6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" name="Google Shape;627;p14">
              <a:extLst>
                <a:ext uri="{FF2B5EF4-FFF2-40B4-BE49-F238E27FC236}">
                  <a16:creationId xmlns:a16="http://schemas.microsoft.com/office/drawing/2014/main" id="{67D224EE-B35A-43E8-A44C-56088529814E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63" name="Google Shape;628;p14">
                <a:extLst>
                  <a:ext uri="{FF2B5EF4-FFF2-40B4-BE49-F238E27FC236}">
                    <a16:creationId xmlns:a16="http://schemas.microsoft.com/office/drawing/2014/main" id="{2121CC76-5CE2-4FFC-B6AD-D925B1EBC412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29;p14">
                <a:extLst>
                  <a:ext uri="{FF2B5EF4-FFF2-40B4-BE49-F238E27FC236}">
                    <a16:creationId xmlns:a16="http://schemas.microsoft.com/office/drawing/2014/main" id="{DB38F3C2-D987-41EC-B55F-64697FD10652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" name="Google Shape;630;p14">
            <a:extLst>
              <a:ext uri="{FF2B5EF4-FFF2-40B4-BE49-F238E27FC236}">
                <a16:creationId xmlns:a16="http://schemas.microsoft.com/office/drawing/2014/main" id="{BD65BB6C-DDC8-4F1F-8742-DE61D80FA1DB}"/>
              </a:ext>
            </a:extLst>
          </p:cNvPr>
          <p:cNvSpPr txBox="1"/>
          <p:nvPr/>
        </p:nvSpPr>
        <p:spPr>
          <a:xfrm>
            <a:off x="9779278" y="2007462"/>
            <a:ext cx="8162642" cy="2404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(MUNOZ)</a:t>
            </a:r>
            <a:endParaRPr lang="en-US" sz="18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20250035 33_RE-ROUTING, VILLA QUIZON, BANTUG, MUÑOZ.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REHAB_RE ROUTING OF LINE AT MATINGKIS TO PALUSAPIS, MUÑOZ, NUEVA ECIJA.</a:t>
            </a: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RE-ROUTING OF LINES AT PRK MAGNOLIA, BICAL, MUNOZ (MNZ2897)</a:t>
            </a:r>
          </a:p>
        </p:txBody>
      </p:sp>
      <p:grpSp>
        <p:nvGrpSpPr>
          <p:cNvPr id="68" name="Google Shape;623;p14">
            <a:extLst>
              <a:ext uri="{FF2B5EF4-FFF2-40B4-BE49-F238E27FC236}">
                <a16:creationId xmlns:a16="http://schemas.microsoft.com/office/drawing/2014/main" id="{FDBA6017-9D43-4503-84DB-C508C95B0DE8}"/>
              </a:ext>
            </a:extLst>
          </p:cNvPr>
          <p:cNvGrpSpPr/>
          <p:nvPr/>
        </p:nvGrpSpPr>
        <p:grpSpPr>
          <a:xfrm>
            <a:off x="9561555" y="5034466"/>
            <a:ext cx="8456565" cy="5168715"/>
            <a:chOff x="5324475" y="3695316"/>
            <a:chExt cx="8435430" cy="10336572"/>
          </a:xfrm>
        </p:grpSpPr>
        <p:grpSp>
          <p:nvGrpSpPr>
            <p:cNvPr id="69" name="Google Shape;624;p14">
              <a:extLst>
                <a:ext uri="{FF2B5EF4-FFF2-40B4-BE49-F238E27FC236}">
                  <a16:creationId xmlns:a16="http://schemas.microsoft.com/office/drawing/2014/main" id="{E4A6015C-227B-4395-BC71-00675DCC58D8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9856960"/>
              <a:chOff x="0" y="-38100"/>
              <a:chExt cx="2221676" cy="2596072"/>
            </a:xfrm>
          </p:grpSpPr>
          <p:sp>
            <p:nvSpPr>
              <p:cNvPr id="73" name="Google Shape;625;p14">
                <a:extLst>
                  <a:ext uri="{FF2B5EF4-FFF2-40B4-BE49-F238E27FC236}">
                    <a16:creationId xmlns:a16="http://schemas.microsoft.com/office/drawing/2014/main" id="{D6F4A91E-8248-4271-B5B4-786EBAC4DC91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2557972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626;p14">
                <a:extLst>
                  <a:ext uri="{FF2B5EF4-FFF2-40B4-BE49-F238E27FC236}">
                    <a16:creationId xmlns:a16="http://schemas.microsoft.com/office/drawing/2014/main" id="{76B5C69A-9360-42B0-AA73-14EFBB05EC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627;p14">
              <a:extLst>
                <a:ext uri="{FF2B5EF4-FFF2-40B4-BE49-F238E27FC236}">
                  <a16:creationId xmlns:a16="http://schemas.microsoft.com/office/drawing/2014/main" id="{5D1BA7FA-B69C-4E36-BFCC-235B8B2250B6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71" name="Google Shape;628;p14">
                <a:extLst>
                  <a:ext uri="{FF2B5EF4-FFF2-40B4-BE49-F238E27FC236}">
                    <a16:creationId xmlns:a16="http://schemas.microsoft.com/office/drawing/2014/main" id="{0E4226BE-5D66-4E61-8199-59FCEFFB610C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629;p14">
                <a:extLst>
                  <a:ext uri="{FF2B5EF4-FFF2-40B4-BE49-F238E27FC236}">
                    <a16:creationId xmlns:a16="http://schemas.microsoft.com/office/drawing/2014/main" id="{12C4803F-6753-4271-A706-CC3A22B440D5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" name="Google Shape;630;p14">
            <a:extLst>
              <a:ext uri="{FF2B5EF4-FFF2-40B4-BE49-F238E27FC236}">
                <a16:creationId xmlns:a16="http://schemas.microsoft.com/office/drawing/2014/main" id="{CE22017E-E5CB-423C-ADFF-7A1FFEECB7DD}"/>
              </a:ext>
            </a:extLst>
          </p:cNvPr>
          <p:cNvSpPr txBox="1"/>
          <p:nvPr/>
        </p:nvSpPr>
        <p:spPr>
          <a:xfrm>
            <a:off x="9779278" y="5617867"/>
            <a:ext cx="8162642" cy="4465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18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(STO. DOMINGO)</a:t>
            </a:r>
            <a:endParaRPr lang="en-US" sz="18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LINES DUE TO LOW VOLTAGE AT PRK 1, MALAYA, STO. DOMINGO, N.E. (SDO1509)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REHABILITATION/UPGRADING OF LINES AT SAN FABIAN TO CONCEPCION, STO. DOMINGO</a:t>
            </a: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PRIMARY LINES AT BRGY. SAN FRANCISCO, STO. DOMINGO (SDO1940)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PRIMARY LINE AT PUROK 1 , MALAYANTOC, STO DOMINGO (SDO0334)</a:t>
            </a:r>
            <a:endParaRPr lang="en-US" sz="18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18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72. EXTENSION OF SECONDARY LINE AT PUROK 1 , MALASIN STO. DOMINGO (SDO1276)</a:t>
            </a:r>
          </a:p>
        </p:txBody>
      </p:sp>
    </p:spTree>
    <p:extLst>
      <p:ext uri="{BB962C8B-B14F-4D97-AF65-F5344CB8AC3E}">
        <p14:creationId xmlns:p14="http://schemas.microsoft.com/office/powerpoint/2010/main" val="415400875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"/>
          <p:cNvSpPr/>
          <p:nvPr/>
        </p:nvSpPr>
        <p:spPr>
          <a:xfrm>
            <a:off x="6391347" y="-1038265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6" name="Google Shape;596;p14"/>
          <p:cNvSpPr/>
          <p:nvPr/>
        </p:nvSpPr>
        <p:spPr>
          <a:xfrm>
            <a:off x="3481844" y="6137327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3" name="Google Shape;603;p14"/>
          <p:cNvSpPr txBox="1"/>
          <p:nvPr/>
        </p:nvSpPr>
        <p:spPr>
          <a:xfrm>
            <a:off x="865090" y="717175"/>
            <a:ext cx="6693950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7A06C56B-3871-5215-54ED-B0B5ABC14511}"/>
              </a:ext>
            </a:extLst>
          </p:cNvPr>
          <p:cNvSpPr txBox="1"/>
          <p:nvPr/>
        </p:nvSpPr>
        <p:spPr>
          <a:xfrm>
            <a:off x="915576" y="1694504"/>
            <a:ext cx="6826344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23;p14">
            <a:extLst>
              <a:ext uri="{FF2B5EF4-FFF2-40B4-BE49-F238E27FC236}">
                <a16:creationId xmlns:a16="http://schemas.microsoft.com/office/drawing/2014/main" id="{FDBA6017-9D43-4503-84DB-C508C95B0DE8}"/>
              </a:ext>
            </a:extLst>
          </p:cNvPr>
          <p:cNvGrpSpPr/>
          <p:nvPr/>
        </p:nvGrpSpPr>
        <p:grpSpPr>
          <a:xfrm>
            <a:off x="414139" y="2878813"/>
            <a:ext cx="8759366" cy="6691011"/>
            <a:chOff x="5324475" y="3695316"/>
            <a:chExt cx="8435430" cy="10110798"/>
          </a:xfrm>
        </p:grpSpPr>
        <p:grpSp>
          <p:nvGrpSpPr>
            <p:cNvPr id="69" name="Google Shape;624;p14">
              <a:extLst>
                <a:ext uri="{FF2B5EF4-FFF2-40B4-BE49-F238E27FC236}">
                  <a16:creationId xmlns:a16="http://schemas.microsoft.com/office/drawing/2014/main" id="{E4A6015C-227B-4395-BC71-00675DCC58D8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9631186"/>
              <a:chOff x="0" y="-38100"/>
              <a:chExt cx="2221676" cy="2536609"/>
            </a:xfrm>
          </p:grpSpPr>
          <p:sp>
            <p:nvSpPr>
              <p:cNvPr id="73" name="Google Shape;625;p14">
                <a:extLst>
                  <a:ext uri="{FF2B5EF4-FFF2-40B4-BE49-F238E27FC236}">
                    <a16:creationId xmlns:a16="http://schemas.microsoft.com/office/drawing/2014/main" id="{D6F4A91E-8248-4271-B5B4-786EBAC4DC91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2498509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626;p14">
                <a:extLst>
                  <a:ext uri="{FF2B5EF4-FFF2-40B4-BE49-F238E27FC236}">
                    <a16:creationId xmlns:a16="http://schemas.microsoft.com/office/drawing/2014/main" id="{76B5C69A-9360-42B0-AA73-14EFBB05EC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" name="Google Shape;627;p14">
              <a:extLst>
                <a:ext uri="{FF2B5EF4-FFF2-40B4-BE49-F238E27FC236}">
                  <a16:creationId xmlns:a16="http://schemas.microsoft.com/office/drawing/2014/main" id="{5D1BA7FA-B69C-4E36-BFCC-235B8B2250B6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71" name="Google Shape;628;p14">
                <a:extLst>
                  <a:ext uri="{FF2B5EF4-FFF2-40B4-BE49-F238E27FC236}">
                    <a16:creationId xmlns:a16="http://schemas.microsoft.com/office/drawing/2014/main" id="{0E4226BE-5D66-4E61-8199-59FCEFFB610C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629;p14">
                <a:extLst>
                  <a:ext uri="{FF2B5EF4-FFF2-40B4-BE49-F238E27FC236}">
                    <a16:creationId xmlns:a16="http://schemas.microsoft.com/office/drawing/2014/main" id="{12C4803F-6753-4271-A706-CC3A22B440D5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" name="Google Shape;630;p14">
            <a:extLst>
              <a:ext uri="{FF2B5EF4-FFF2-40B4-BE49-F238E27FC236}">
                <a16:creationId xmlns:a16="http://schemas.microsoft.com/office/drawing/2014/main" id="{CE22017E-E5CB-423C-ADFF-7A1FFEECB7DD}"/>
              </a:ext>
            </a:extLst>
          </p:cNvPr>
          <p:cNvSpPr txBox="1"/>
          <p:nvPr/>
        </p:nvSpPr>
        <p:spPr>
          <a:xfrm>
            <a:off x="794091" y="3462215"/>
            <a:ext cx="8162642" cy="53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(TALAVERA)</a:t>
            </a:r>
            <a:endParaRPr lang="en-US" sz="20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 UPGRADING OF LINES AT QUEZON ST. PAG-ASA, TALAVERA(TAL2386)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 OF PRIMARY LINE AT BRGY. ESGUERRA, TALAVERA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 UPGRADING OF LINES AT QUEZON ST. PAG-ASA TO MAESTRANG KIKAY, TALAVERA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 UPGRADING OF LINES TO THREE PHASE FROM SIBUL TO CABUBULAUNAN, TALAVERA, NUEVA ECIJA (PART II)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REHABILITATION_EXTENSION OF LINES AT POBLACION SUR, TALAVERA(TAL3331)</a:t>
            </a:r>
          </a:p>
        </p:txBody>
      </p:sp>
      <p:grpSp>
        <p:nvGrpSpPr>
          <p:cNvPr id="77" name="Google Shape;623;p14">
            <a:extLst>
              <a:ext uri="{FF2B5EF4-FFF2-40B4-BE49-F238E27FC236}">
                <a16:creationId xmlns:a16="http://schemas.microsoft.com/office/drawing/2014/main" id="{185A54A0-3A1A-4C03-B4A2-40BA587C8E9F}"/>
              </a:ext>
            </a:extLst>
          </p:cNvPr>
          <p:cNvGrpSpPr/>
          <p:nvPr/>
        </p:nvGrpSpPr>
        <p:grpSpPr>
          <a:xfrm>
            <a:off x="9386255" y="2878814"/>
            <a:ext cx="8759366" cy="6691010"/>
            <a:chOff x="5324475" y="3695316"/>
            <a:chExt cx="8435430" cy="13380910"/>
          </a:xfrm>
        </p:grpSpPr>
        <p:grpSp>
          <p:nvGrpSpPr>
            <p:cNvPr id="78" name="Google Shape;624;p14">
              <a:extLst>
                <a:ext uri="{FF2B5EF4-FFF2-40B4-BE49-F238E27FC236}">
                  <a16:creationId xmlns:a16="http://schemas.microsoft.com/office/drawing/2014/main" id="{BF260A14-CBE5-4166-B38F-211822D34008}"/>
                </a:ext>
              </a:extLst>
            </p:cNvPr>
            <p:cNvGrpSpPr/>
            <p:nvPr/>
          </p:nvGrpSpPr>
          <p:grpSpPr>
            <a:xfrm>
              <a:off x="5324475" y="4174928"/>
              <a:ext cx="8435430" cy="12901298"/>
              <a:chOff x="0" y="-38100"/>
              <a:chExt cx="2221676" cy="3397873"/>
            </a:xfrm>
          </p:grpSpPr>
          <p:sp>
            <p:nvSpPr>
              <p:cNvPr id="82" name="Google Shape;625;p14">
                <a:extLst>
                  <a:ext uri="{FF2B5EF4-FFF2-40B4-BE49-F238E27FC236}">
                    <a16:creationId xmlns:a16="http://schemas.microsoft.com/office/drawing/2014/main" id="{87E73669-B58D-43C3-90AE-E02F125A31CE}"/>
                  </a:ext>
                </a:extLst>
              </p:cNvPr>
              <p:cNvSpPr/>
              <p:nvPr/>
            </p:nvSpPr>
            <p:spPr>
              <a:xfrm>
                <a:off x="0" y="0"/>
                <a:ext cx="2221676" cy="3359773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626;p14">
                <a:extLst>
                  <a:ext uri="{FF2B5EF4-FFF2-40B4-BE49-F238E27FC236}">
                    <a16:creationId xmlns:a16="http://schemas.microsoft.com/office/drawing/2014/main" id="{9B1CF191-5FA3-4D04-BEB3-2BFA81474CE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" name="Google Shape;627;p14">
              <a:extLst>
                <a:ext uri="{FF2B5EF4-FFF2-40B4-BE49-F238E27FC236}">
                  <a16:creationId xmlns:a16="http://schemas.microsoft.com/office/drawing/2014/main" id="{98D14F17-DA98-48A3-90CF-431FF17EE0E9}"/>
                </a:ext>
              </a:extLst>
            </p:cNvPr>
            <p:cNvGrpSpPr/>
            <p:nvPr/>
          </p:nvGrpSpPr>
          <p:grpSpPr>
            <a:xfrm>
              <a:off x="5373124" y="3695316"/>
              <a:ext cx="3819526" cy="1248539"/>
              <a:chOff x="12813" y="-58150"/>
              <a:chExt cx="1005965" cy="328834"/>
            </a:xfrm>
          </p:grpSpPr>
          <p:sp>
            <p:nvSpPr>
              <p:cNvPr id="80" name="Google Shape;628;p14">
                <a:extLst>
                  <a:ext uri="{FF2B5EF4-FFF2-40B4-BE49-F238E27FC236}">
                    <a16:creationId xmlns:a16="http://schemas.microsoft.com/office/drawing/2014/main" id="{FCC86668-423D-4F1B-BAD5-8622B3555F2D}"/>
                  </a:ext>
                </a:extLst>
              </p:cNvPr>
              <p:cNvSpPr/>
              <p:nvPr/>
            </p:nvSpPr>
            <p:spPr>
              <a:xfrm>
                <a:off x="12813" y="-58150"/>
                <a:ext cx="1005965" cy="328834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629;p14">
                <a:extLst>
                  <a:ext uri="{FF2B5EF4-FFF2-40B4-BE49-F238E27FC236}">
                    <a16:creationId xmlns:a16="http://schemas.microsoft.com/office/drawing/2014/main" id="{0E9486D9-D730-47B3-900F-9F725C849B09}"/>
                  </a:ext>
                </a:extLst>
              </p:cNvPr>
              <p:cNvSpPr txBox="1"/>
              <p:nvPr/>
            </p:nvSpPr>
            <p:spPr>
              <a:xfrm>
                <a:off x="95956" y="9530"/>
                <a:ext cx="814052" cy="1934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Inter"/>
                    <a:ea typeface="Inter"/>
                    <a:sym typeface="Inter"/>
                  </a:rPr>
                  <a:t>SAFETY PROJECTS</a:t>
                </a:r>
                <a:endParaRPr sz="16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" name="Google Shape;630;p14">
            <a:extLst>
              <a:ext uri="{FF2B5EF4-FFF2-40B4-BE49-F238E27FC236}">
                <a16:creationId xmlns:a16="http://schemas.microsoft.com/office/drawing/2014/main" id="{A7BE3607-AEE7-4642-855B-160678035425}"/>
              </a:ext>
            </a:extLst>
          </p:cNvPr>
          <p:cNvSpPr txBox="1"/>
          <p:nvPr/>
        </p:nvSpPr>
        <p:spPr>
          <a:xfrm>
            <a:off x="9742320" y="3462215"/>
            <a:ext cx="8162642" cy="610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REHAB/REVAMP (TALAVERA)</a:t>
            </a: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</a:pPr>
            <a:endParaRPr lang="en-US" sz="20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REROUTING AND EXTENSION OF LINES AT PRK. 5, MINABUYOK, TALAVERA, NUEVA ECIJA (REF. POLE TAL1830)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PRIMARY LINE DUE TO LOW VOLTAGE AT ESGUERRA, TALAVERA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LINES DUE TO LOW VOLTAGE AT ESGUERRA (TAL2440)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63. EXTENSION OF LINES AT VILLA RUFINA, TALAVERA, N.E. (TAL3148)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EXTENSION OF LINES DUE TO LOW VOLTAGE AT ESGUERRA VILLAGE, TALAVERA (TAL2466)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73. EXTENSION OF LINES AT SAN MIGUEL NA MUNTI, TALAVERA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724954322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>
          <a:extLst>
            <a:ext uri="{FF2B5EF4-FFF2-40B4-BE49-F238E27FC236}">
              <a16:creationId xmlns:a16="http://schemas.microsoft.com/office/drawing/2014/main" id="{13357242-F370-0546-E2DE-0B0696B9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4">
            <a:extLst>
              <a:ext uri="{FF2B5EF4-FFF2-40B4-BE49-F238E27FC236}">
                <a16:creationId xmlns:a16="http://schemas.microsoft.com/office/drawing/2014/main" id="{7763ECC1-76AC-16A7-2605-EE6C2913F77E}"/>
              </a:ext>
            </a:extLst>
          </p:cNvPr>
          <p:cNvSpPr/>
          <p:nvPr/>
        </p:nvSpPr>
        <p:spPr>
          <a:xfrm>
            <a:off x="6619948" y="-1046483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6" name="Google Shape;596;p14">
            <a:extLst>
              <a:ext uri="{FF2B5EF4-FFF2-40B4-BE49-F238E27FC236}">
                <a16:creationId xmlns:a16="http://schemas.microsoft.com/office/drawing/2014/main" id="{714F9F5D-F212-63CE-354B-6C98755A1D5C}"/>
              </a:ext>
            </a:extLst>
          </p:cNvPr>
          <p:cNvSpPr/>
          <p:nvPr/>
        </p:nvSpPr>
        <p:spPr>
          <a:xfrm>
            <a:off x="12204023" y="9327362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3" name="Google Shape;603;p14">
            <a:extLst>
              <a:ext uri="{FF2B5EF4-FFF2-40B4-BE49-F238E27FC236}">
                <a16:creationId xmlns:a16="http://schemas.microsoft.com/office/drawing/2014/main" id="{92258A15-3DFC-651F-5164-7CEBBC466E39}"/>
              </a:ext>
            </a:extLst>
          </p:cNvPr>
          <p:cNvSpPr txBox="1"/>
          <p:nvPr/>
        </p:nvSpPr>
        <p:spPr>
          <a:xfrm>
            <a:off x="865090" y="717175"/>
            <a:ext cx="10201546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>
            <a:extLst>
              <a:ext uri="{FF2B5EF4-FFF2-40B4-BE49-F238E27FC236}">
                <a16:creationId xmlns:a16="http://schemas.microsoft.com/office/drawing/2014/main" id="{87610FFC-10D7-3A7C-04E9-9927A029DB80}"/>
              </a:ext>
            </a:extLst>
          </p:cNvPr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4">
            <a:extLst>
              <a:ext uri="{FF2B5EF4-FFF2-40B4-BE49-F238E27FC236}">
                <a16:creationId xmlns:a16="http://schemas.microsoft.com/office/drawing/2014/main" id="{CCC21591-4C19-71E4-8368-9DCC4A8620DF}"/>
              </a:ext>
            </a:extLst>
          </p:cNvPr>
          <p:cNvSpPr/>
          <p:nvPr/>
        </p:nvSpPr>
        <p:spPr>
          <a:xfrm>
            <a:off x="652956" y="3323296"/>
            <a:ext cx="8313644" cy="3186078"/>
          </a:xfrm>
          <a:custGeom>
            <a:avLst/>
            <a:gdLst/>
            <a:ahLst/>
            <a:cxnLst/>
            <a:rect l="l" t="t" r="r" b="b"/>
            <a:pathLst>
              <a:path w="1005965" h="433539" extrusionOk="0">
                <a:moveTo>
                  <a:pt x="46619" y="0"/>
                </a:moveTo>
                <a:lnTo>
                  <a:pt x="959346" y="0"/>
                </a:lnTo>
                <a:cubicBezTo>
                  <a:pt x="985093" y="0"/>
                  <a:pt x="1005965" y="20872"/>
                  <a:pt x="1005965" y="46619"/>
                </a:cubicBezTo>
                <a:lnTo>
                  <a:pt x="1005965" y="386919"/>
                </a:lnTo>
                <a:cubicBezTo>
                  <a:pt x="1005965" y="399284"/>
                  <a:pt x="1001054" y="411141"/>
                  <a:pt x="992311" y="419884"/>
                </a:cubicBezTo>
                <a:cubicBezTo>
                  <a:pt x="983568" y="428627"/>
                  <a:pt x="971710" y="433539"/>
                  <a:pt x="959346" y="433539"/>
                </a:cubicBezTo>
                <a:lnTo>
                  <a:pt x="46619" y="433539"/>
                </a:lnTo>
                <a:cubicBezTo>
                  <a:pt x="34255" y="433539"/>
                  <a:pt x="22397" y="428627"/>
                  <a:pt x="13655" y="419884"/>
                </a:cubicBezTo>
                <a:cubicBezTo>
                  <a:pt x="4912" y="411141"/>
                  <a:pt x="0" y="399284"/>
                  <a:pt x="0" y="386919"/>
                </a:cubicBezTo>
                <a:lnTo>
                  <a:pt x="0" y="46619"/>
                </a:lnTo>
                <a:cubicBezTo>
                  <a:pt x="0" y="34255"/>
                  <a:pt x="4912" y="22397"/>
                  <a:pt x="13655" y="13655"/>
                </a:cubicBezTo>
                <a:cubicBezTo>
                  <a:pt x="22397" y="4912"/>
                  <a:pt x="34255" y="0"/>
                  <a:pt x="46619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50000">
                <a:srgbClr val="F9FDFF"/>
              </a:gs>
              <a:gs pos="100000">
                <a:srgbClr val="E1F2FA"/>
              </a:gs>
            </a:gsLst>
            <a:lin ang="2700000" scaled="0"/>
          </a:gradFill>
          <a:ln w="38100" cap="rnd" cmpd="sng">
            <a:solidFill>
              <a:srgbClr val="E88B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8" name="Google Shape;618;p14">
            <a:extLst>
              <a:ext uri="{FF2B5EF4-FFF2-40B4-BE49-F238E27FC236}">
                <a16:creationId xmlns:a16="http://schemas.microsoft.com/office/drawing/2014/main" id="{CC6218E8-DA94-58EC-E5BD-949CFAE4B48C}"/>
              </a:ext>
            </a:extLst>
          </p:cNvPr>
          <p:cNvGrpSpPr/>
          <p:nvPr/>
        </p:nvGrpSpPr>
        <p:grpSpPr>
          <a:xfrm>
            <a:off x="684562" y="2754133"/>
            <a:ext cx="3343275" cy="951632"/>
            <a:chOff x="0" y="-38100"/>
            <a:chExt cx="880533" cy="250636"/>
          </a:xfrm>
        </p:grpSpPr>
        <p:sp>
          <p:nvSpPr>
            <p:cNvPr id="619" name="Google Shape;619;p14">
              <a:extLst>
                <a:ext uri="{FF2B5EF4-FFF2-40B4-BE49-F238E27FC236}">
                  <a16:creationId xmlns:a16="http://schemas.microsoft.com/office/drawing/2014/main" id="{17553083-E157-CF50-A270-C08F4449CA9E}"/>
                </a:ext>
              </a:extLst>
            </p:cNvPr>
            <p:cNvSpPr/>
            <p:nvPr/>
          </p:nvSpPr>
          <p:spPr>
            <a:xfrm>
              <a:off x="0" y="0"/>
              <a:ext cx="880533" cy="166931"/>
            </a:xfrm>
            <a:custGeom>
              <a:avLst/>
              <a:gdLst/>
              <a:ahLst/>
              <a:cxnLst/>
              <a:rect l="l" t="t" r="r" b="b"/>
              <a:pathLst>
                <a:path w="880533" h="212536" extrusionOk="0">
                  <a:moveTo>
                    <a:pt x="53260" y="0"/>
                  </a:moveTo>
                  <a:lnTo>
                    <a:pt x="827273" y="0"/>
                  </a:lnTo>
                  <a:cubicBezTo>
                    <a:pt x="841399" y="0"/>
                    <a:pt x="854945" y="5611"/>
                    <a:pt x="864934" y="15600"/>
                  </a:cubicBezTo>
                  <a:cubicBezTo>
                    <a:pt x="874922" y="25588"/>
                    <a:pt x="880533" y="39135"/>
                    <a:pt x="880533" y="53260"/>
                  </a:cubicBezTo>
                  <a:lnTo>
                    <a:pt x="880533" y="159275"/>
                  </a:lnTo>
                  <a:cubicBezTo>
                    <a:pt x="880533" y="173401"/>
                    <a:pt x="874922" y="186948"/>
                    <a:pt x="864934" y="196936"/>
                  </a:cubicBezTo>
                  <a:cubicBezTo>
                    <a:pt x="854945" y="206924"/>
                    <a:pt x="841399" y="212536"/>
                    <a:pt x="827273" y="212536"/>
                  </a:cubicBezTo>
                  <a:lnTo>
                    <a:pt x="53260" y="212536"/>
                  </a:lnTo>
                  <a:cubicBezTo>
                    <a:pt x="39135" y="212536"/>
                    <a:pt x="25588" y="206924"/>
                    <a:pt x="15600" y="196936"/>
                  </a:cubicBezTo>
                  <a:cubicBezTo>
                    <a:pt x="5611" y="186948"/>
                    <a:pt x="0" y="173401"/>
                    <a:pt x="0" y="159275"/>
                  </a:cubicBezTo>
                  <a:lnTo>
                    <a:pt x="0" y="53260"/>
                  </a:lnTo>
                  <a:cubicBezTo>
                    <a:pt x="0" y="39135"/>
                    <a:pt x="5611" y="25588"/>
                    <a:pt x="15600" y="15600"/>
                  </a:cubicBezTo>
                  <a:cubicBezTo>
                    <a:pt x="25588" y="5611"/>
                    <a:pt x="39135" y="0"/>
                    <a:pt x="53260" y="0"/>
                  </a:cubicBezTo>
                  <a:close/>
                </a:path>
              </a:pathLst>
            </a:custGeom>
            <a:gradFill>
              <a:gsLst>
                <a:gs pos="0">
                  <a:srgbClr val="E88B7B"/>
                </a:gs>
                <a:gs pos="50000">
                  <a:srgbClr val="E26655"/>
                </a:gs>
                <a:gs pos="100000">
                  <a:srgbClr val="B4443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4">
              <a:extLst>
                <a:ext uri="{FF2B5EF4-FFF2-40B4-BE49-F238E27FC236}">
                  <a16:creationId xmlns:a16="http://schemas.microsoft.com/office/drawing/2014/main" id="{885149C1-E181-6515-BC8B-B3FFEA217647}"/>
                </a:ext>
              </a:extLst>
            </p:cNvPr>
            <p:cNvSpPr txBox="1"/>
            <p:nvPr/>
          </p:nvSpPr>
          <p:spPr>
            <a:xfrm>
              <a:off x="0" y="-38100"/>
              <a:ext cx="880533" cy="250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99"/>
                <a:buFont typeface="Arial"/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POWER QUALITY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14">
            <a:extLst>
              <a:ext uri="{FF2B5EF4-FFF2-40B4-BE49-F238E27FC236}">
                <a16:creationId xmlns:a16="http://schemas.microsoft.com/office/drawing/2014/main" id="{2B6C5AA0-9CAF-695B-91E5-B00FA4A45D53}"/>
              </a:ext>
            </a:extLst>
          </p:cNvPr>
          <p:cNvSpPr txBox="1"/>
          <p:nvPr/>
        </p:nvSpPr>
        <p:spPr>
          <a:xfrm>
            <a:off x="898114" y="3837872"/>
            <a:ext cx="7729691" cy="26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Upgrading of 3-phase backbone line of Feeder 11 from 1/0 </a:t>
            </a:r>
            <a:r>
              <a:rPr lang="en-US" sz="2000" b="0" i="0" u="none" strike="noStrike" cap="none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acsr</a:t>
            </a: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to 336.4 MCM </a:t>
            </a:r>
            <a:r>
              <a:rPr lang="en-US" sz="2000" b="0" i="0" u="none" strike="noStrike" cap="none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acsr</a:t>
            </a: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at </a:t>
            </a:r>
            <a:r>
              <a:rPr lang="en-US" sz="2000" b="0" i="0" u="none" strike="noStrike" cap="none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Pinagpanaan</a:t>
            </a: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to San Ricardo, Talavera, N.E.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marR="0" lvl="0" indent="-34290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Upgrading of 3-Phase Backbone Line of Feeder 21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Baloc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Bakal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III</a:t>
            </a:r>
          </a:p>
          <a:p>
            <a:pPr marR="0" lvl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22" name="Google Shape;622;p14">
            <a:extLst>
              <a:ext uri="{FF2B5EF4-FFF2-40B4-BE49-F238E27FC236}">
                <a16:creationId xmlns:a16="http://schemas.microsoft.com/office/drawing/2014/main" id="{1F0704EE-6EC2-5426-6E0C-801E266CD49E}"/>
              </a:ext>
            </a:extLst>
          </p:cNvPr>
          <p:cNvGrpSpPr/>
          <p:nvPr/>
        </p:nvGrpSpPr>
        <p:grpSpPr>
          <a:xfrm>
            <a:off x="9144000" y="2733344"/>
            <a:ext cx="8023397" cy="5393018"/>
            <a:chOff x="4822478" y="3762821"/>
            <a:chExt cx="8023397" cy="6135823"/>
          </a:xfrm>
        </p:grpSpPr>
        <p:grpSp>
          <p:nvGrpSpPr>
            <p:cNvPr id="623" name="Google Shape;623;p14">
              <a:extLst>
                <a:ext uri="{FF2B5EF4-FFF2-40B4-BE49-F238E27FC236}">
                  <a16:creationId xmlns:a16="http://schemas.microsoft.com/office/drawing/2014/main" id="{F55660A9-CDBD-B1D9-BA84-DC43CF799F79}"/>
                </a:ext>
              </a:extLst>
            </p:cNvPr>
            <p:cNvGrpSpPr/>
            <p:nvPr/>
          </p:nvGrpSpPr>
          <p:grpSpPr>
            <a:xfrm>
              <a:off x="4822478" y="3762821"/>
              <a:ext cx="8023397" cy="6135823"/>
              <a:chOff x="4822478" y="3762821"/>
              <a:chExt cx="8023397" cy="6135823"/>
            </a:xfrm>
          </p:grpSpPr>
          <p:grpSp>
            <p:nvGrpSpPr>
              <p:cNvPr id="624" name="Google Shape;624;p14">
                <a:extLst>
                  <a:ext uri="{FF2B5EF4-FFF2-40B4-BE49-F238E27FC236}">
                    <a16:creationId xmlns:a16="http://schemas.microsoft.com/office/drawing/2014/main" id="{B3B532B9-4BCF-AD39-B35D-D48A15D66919}"/>
                  </a:ext>
                </a:extLst>
              </p:cNvPr>
              <p:cNvGrpSpPr/>
              <p:nvPr/>
            </p:nvGrpSpPr>
            <p:grpSpPr>
              <a:xfrm>
                <a:off x="5324475" y="4174928"/>
                <a:ext cx="7521400" cy="5723716"/>
                <a:chOff x="0" y="-38100"/>
                <a:chExt cx="1980944" cy="1507481"/>
              </a:xfrm>
            </p:grpSpPr>
            <p:sp>
              <p:nvSpPr>
                <p:cNvPr id="625" name="Google Shape;625;p14">
                  <a:extLst>
                    <a:ext uri="{FF2B5EF4-FFF2-40B4-BE49-F238E27FC236}">
                      <a16:creationId xmlns:a16="http://schemas.microsoft.com/office/drawing/2014/main" id="{7F1AE606-1F63-D313-2C09-C5DB09283B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80944" cy="1469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965" h="433539" extrusionOk="0">
                      <a:moveTo>
                        <a:pt x="46619" y="0"/>
                      </a:moveTo>
                      <a:lnTo>
                        <a:pt x="959346" y="0"/>
                      </a:lnTo>
                      <a:cubicBezTo>
                        <a:pt x="985093" y="0"/>
                        <a:pt x="1005965" y="20872"/>
                        <a:pt x="1005965" y="46619"/>
                      </a:cubicBezTo>
                      <a:lnTo>
                        <a:pt x="1005965" y="386919"/>
                      </a:lnTo>
                      <a:cubicBezTo>
                        <a:pt x="1005965" y="399284"/>
                        <a:pt x="1001054" y="411141"/>
                        <a:pt x="992311" y="419884"/>
                      </a:cubicBezTo>
                      <a:cubicBezTo>
                        <a:pt x="983568" y="428627"/>
                        <a:pt x="971710" y="433539"/>
                        <a:pt x="959346" y="433539"/>
                      </a:cubicBezTo>
                      <a:lnTo>
                        <a:pt x="46619" y="433539"/>
                      </a:lnTo>
                      <a:cubicBezTo>
                        <a:pt x="34255" y="433539"/>
                        <a:pt x="22397" y="428627"/>
                        <a:pt x="13655" y="419884"/>
                      </a:cubicBezTo>
                      <a:cubicBezTo>
                        <a:pt x="4912" y="411141"/>
                        <a:pt x="0" y="399284"/>
                        <a:pt x="0" y="386919"/>
                      </a:cubicBezTo>
                      <a:lnTo>
                        <a:pt x="0" y="46619"/>
                      </a:lnTo>
                      <a:cubicBezTo>
                        <a:pt x="0" y="34255"/>
                        <a:pt x="4912" y="22397"/>
                        <a:pt x="13655" y="13655"/>
                      </a:cubicBezTo>
                      <a:cubicBezTo>
                        <a:pt x="22397" y="4912"/>
                        <a:pt x="34255" y="0"/>
                        <a:pt x="466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9FDFF"/>
                    </a:gs>
                    <a:gs pos="100000">
                      <a:srgbClr val="E1F2FA"/>
                    </a:gs>
                  </a:gsLst>
                  <a:lin ang="2700000" scaled="0"/>
                </a:gradFill>
                <a:ln w="38100" cap="rnd" cmpd="sng">
                  <a:solidFill>
                    <a:srgbClr val="F7C61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>
                  <a:extLst>
                    <a:ext uri="{FF2B5EF4-FFF2-40B4-BE49-F238E27FC236}">
                      <a16:creationId xmlns:a16="http://schemas.microsoft.com/office/drawing/2014/main" id="{432C9E42-A6A7-EE5F-5630-69DB55391F7B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05965" cy="4716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47722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7" name="Google Shape;627;p14">
                <a:extLst>
                  <a:ext uri="{FF2B5EF4-FFF2-40B4-BE49-F238E27FC236}">
                    <a16:creationId xmlns:a16="http://schemas.microsoft.com/office/drawing/2014/main" id="{3FA38A97-EC91-9C05-8460-8B9AA70849A3}"/>
                  </a:ext>
                </a:extLst>
              </p:cNvPr>
              <p:cNvGrpSpPr/>
              <p:nvPr/>
            </p:nvGrpSpPr>
            <p:grpSpPr>
              <a:xfrm>
                <a:off x="4822478" y="3762821"/>
                <a:ext cx="3343275" cy="909351"/>
                <a:chOff x="-132213" y="-40371"/>
                <a:chExt cx="880533" cy="239500"/>
              </a:xfrm>
            </p:grpSpPr>
            <p:sp>
              <p:nvSpPr>
                <p:cNvPr id="628" name="Google Shape;628;p14">
                  <a:extLst>
                    <a:ext uri="{FF2B5EF4-FFF2-40B4-BE49-F238E27FC236}">
                      <a16:creationId xmlns:a16="http://schemas.microsoft.com/office/drawing/2014/main" id="{D7784335-3FF2-DDF8-D45C-C6131054D9A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40845" cy="1721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533" h="215462" extrusionOk="0">
                      <a:moveTo>
                        <a:pt x="53260" y="0"/>
                      </a:moveTo>
                      <a:lnTo>
                        <a:pt x="827273" y="0"/>
                      </a:lnTo>
                      <a:cubicBezTo>
                        <a:pt x="841399" y="0"/>
                        <a:pt x="854945" y="5611"/>
                        <a:pt x="864934" y="15600"/>
                      </a:cubicBezTo>
                      <a:cubicBezTo>
                        <a:pt x="874922" y="25588"/>
                        <a:pt x="880533" y="39135"/>
                        <a:pt x="880533" y="53260"/>
                      </a:cubicBezTo>
                      <a:lnTo>
                        <a:pt x="880533" y="162202"/>
                      </a:lnTo>
                      <a:cubicBezTo>
                        <a:pt x="880533" y="176327"/>
                        <a:pt x="874922" y="189874"/>
                        <a:pt x="864934" y="199862"/>
                      </a:cubicBezTo>
                      <a:cubicBezTo>
                        <a:pt x="854945" y="209851"/>
                        <a:pt x="841399" y="215462"/>
                        <a:pt x="827273" y="215462"/>
                      </a:cubicBezTo>
                      <a:lnTo>
                        <a:pt x="53260" y="215462"/>
                      </a:lnTo>
                      <a:cubicBezTo>
                        <a:pt x="39135" y="215462"/>
                        <a:pt x="25588" y="209851"/>
                        <a:pt x="15600" y="199862"/>
                      </a:cubicBezTo>
                      <a:cubicBezTo>
                        <a:pt x="5611" y="189874"/>
                        <a:pt x="0" y="176327"/>
                        <a:pt x="0" y="162202"/>
                      </a:cubicBezTo>
                      <a:lnTo>
                        <a:pt x="0" y="53260"/>
                      </a:lnTo>
                      <a:cubicBezTo>
                        <a:pt x="0" y="39135"/>
                        <a:pt x="5611" y="25588"/>
                        <a:pt x="15600" y="15600"/>
                      </a:cubicBezTo>
                      <a:cubicBezTo>
                        <a:pt x="25588" y="5611"/>
                        <a:pt x="39135" y="0"/>
                        <a:pt x="532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7C61D"/>
                    </a:gs>
                    <a:gs pos="50000">
                      <a:srgbClr val="CEA20B"/>
                    </a:gs>
                    <a:gs pos="100000">
                      <a:srgbClr val="D39505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>
                  <a:extLst>
                    <a:ext uri="{FF2B5EF4-FFF2-40B4-BE49-F238E27FC236}">
                      <a16:creationId xmlns:a16="http://schemas.microsoft.com/office/drawing/2014/main" id="{2ECA122D-7457-B796-D436-6F31DB2639BE}"/>
                    </a:ext>
                  </a:extLst>
                </p:cNvPr>
                <p:cNvSpPr txBox="1"/>
                <p:nvPr/>
              </p:nvSpPr>
              <p:spPr>
                <a:xfrm>
                  <a:off x="-132213" y="-40371"/>
                  <a:ext cx="880533" cy="239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0021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99"/>
                    <a:buFont typeface="Arial"/>
                    <a:buNone/>
                  </a:pPr>
                  <a:r>
                    <a:rPr lang="en-US" sz="2000" b="1" i="0" u="none" strike="noStrike" cap="none" dirty="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CAPACITY</a:t>
                  </a:r>
                  <a:endParaRPr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30" name="Google Shape;630;p14">
              <a:extLst>
                <a:ext uri="{FF2B5EF4-FFF2-40B4-BE49-F238E27FC236}">
                  <a16:creationId xmlns:a16="http://schemas.microsoft.com/office/drawing/2014/main" id="{4BABF3B2-39BF-D01C-1098-54E25ECFB1B7}"/>
                </a:ext>
              </a:extLst>
            </p:cNvPr>
            <p:cNvSpPr txBox="1"/>
            <p:nvPr/>
          </p:nvSpPr>
          <p:spPr>
            <a:xfrm>
              <a:off x="5598428" y="4842753"/>
              <a:ext cx="6345563" cy="4145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24444"/>
                </a:lnSpc>
                <a:buClr>
                  <a:srgbClr val="193682"/>
                </a:buClr>
                <a:buSzPts val="1800"/>
              </a:pPr>
              <a:r>
                <a:rPr lang="en-US" sz="2000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SUBSTATION PROJECTS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endPara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Additional 20MVA Power Transformer at Talavera Substation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Installation/Construction of </a:t>
              </a:r>
              <a:r>
                <a:rPr lang="en-US" sz="2000" b="0" i="0" u="none" strike="noStrike" cap="none" dirty="0" err="1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Sto</a:t>
              </a: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. Domingo Substation of 1-30MVA Power Transformer (Phase A)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Additional 20MVA Power Transformer at </a:t>
              </a:r>
              <a:r>
                <a:rPr lang="en-US" sz="2000" b="0" i="0" u="none" strike="noStrike" cap="none" dirty="0" err="1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Aliaga</a:t>
              </a: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 Substation (Phase A)</a:t>
              </a: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E6A1FCEF-6B35-A21E-F02E-B54C9CD2A84F}"/>
              </a:ext>
            </a:extLst>
          </p:cNvPr>
          <p:cNvSpPr txBox="1"/>
          <p:nvPr/>
        </p:nvSpPr>
        <p:spPr>
          <a:xfrm>
            <a:off x="915576" y="1807693"/>
            <a:ext cx="7109548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42641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>
          <a:extLst>
            <a:ext uri="{FF2B5EF4-FFF2-40B4-BE49-F238E27FC236}">
              <a16:creationId xmlns:a16="http://schemas.microsoft.com/office/drawing/2014/main" id="{3ED72928-B6FE-DEAD-092E-5335C8B6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4">
            <a:extLst>
              <a:ext uri="{FF2B5EF4-FFF2-40B4-BE49-F238E27FC236}">
                <a16:creationId xmlns:a16="http://schemas.microsoft.com/office/drawing/2014/main" id="{14574A71-5535-8001-C863-56CF5BF1A52D}"/>
              </a:ext>
            </a:extLst>
          </p:cNvPr>
          <p:cNvGrpSpPr/>
          <p:nvPr/>
        </p:nvGrpSpPr>
        <p:grpSpPr>
          <a:xfrm rot="-2022836">
            <a:off x="10421685" y="4425426"/>
            <a:ext cx="642130" cy="642130"/>
            <a:chOff x="0" y="0"/>
            <a:chExt cx="812800" cy="812800"/>
          </a:xfrm>
        </p:grpSpPr>
        <p:sp>
          <p:nvSpPr>
            <p:cNvPr id="587" name="Google Shape;587;p14">
              <a:extLst>
                <a:ext uri="{FF2B5EF4-FFF2-40B4-BE49-F238E27FC236}">
                  <a16:creationId xmlns:a16="http://schemas.microsoft.com/office/drawing/2014/main" id="{525AC44E-701A-E14C-D78B-AC8F78663F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4">
              <a:extLst>
                <a:ext uri="{FF2B5EF4-FFF2-40B4-BE49-F238E27FC236}">
                  <a16:creationId xmlns:a16="http://schemas.microsoft.com/office/drawing/2014/main" id="{30812EE6-3C5D-ECE7-6D56-D62D6AB68B4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14">
            <a:extLst>
              <a:ext uri="{FF2B5EF4-FFF2-40B4-BE49-F238E27FC236}">
                <a16:creationId xmlns:a16="http://schemas.microsoft.com/office/drawing/2014/main" id="{9EA807DD-6D5D-7D76-A2AF-6C49106EE981}"/>
              </a:ext>
            </a:extLst>
          </p:cNvPr>
          <p:cNvGrpSpPr/>
          <p:nvPr/>
        </p:nvGrpSpPr>
        <p:grpSpPr>
          <a:xfrm>
            <a:off x="935741" y="2977361"/>
            <a:ext cx="8076917" cy="5717434"/>
            <a:chOff x="0" y="-38100"/>
            <a:chExt cx="1005965" cy="471639"/>
          </a:xfrm>
        </p:grpSpPr>
        <p:sp>
          <p:nvSpPr>
            <p:cNvPr id="590" name="Google Shape;590;p14">
              <a:extLst>
                <a:ext uri="{FF2B5EF4-FFF2-40B4-BE49-F238E27FC236}">
                  <a16:creationId xmlns:a16="http://schemas.microsoft.com/office/drawing/2014/main" id="{F1BB0F05-1013-35F1-07F5-14CD6A13BA4E}"/>
                </a:ext>
              </a:extLst>
            </p:cNvPr>
            <p:cNvSpPr/>
            <p:nvPr/>
          </p:nvSpPr>
          <p:spPr>
            <a:xfrm>
              <a:off x="0" y="0"/>
              <a:ext cx="1005965" cy="433539"/>
            </a:xfrm>
            <a:custGeom>
              <a:avLst/>
              <a:gdLst/>
              <a:ahLst/>
              <a:cxnLst/>
              <a:rect l="l" t="t" r="r" b="b"/>
              <a:pathLst>
                <a:path w="1005965" h="433539" extrusionOk="0">
                  <a:moveTo>
                    <a:pt x="46619" y="0"/>
                  </a:moveTo>
                  <a:lnTo>
                    <a:pt x="959346" y="0"/>
                  </a:lnTo>
                  <a:cubicBezTo>
                    <a:pt x="985093" y="0"/>
                    <a:pt x="1005965" y="20872"/>
                    <a:pt x="1005965" y="46619"/>
                  </a:cubicBezTo>
                  <a:lnTo>
                    <a:pt x="1005965" y="386919"/>
                  </a:lnTo>
                  <a:cubicBezTo>
                    <a:pt x="1005965" y="399284"/>
                    <a:pt x="1001054" y="411141"/>
                    <a:pt x="992311" y="419884"/>
                  </a:cubicBezTo>
                  <a:cubicBezTo>
                    <a:pt x="983568" y="428627"/>
                    <a:pt x="971710" y="433539"/>
                    <a:pt x="959346" y="433539"/>
                  </a:cubicBezTo>
                  <a:lnTo>
                    <a:pt x="46619" y="433539"/>
                  </a:lnTo>
                  <a:cubicBezTo>
                    <a:pt x="34255" y="433539"/>
                    <a:pt x="22397" y="428627"/>
                    <a:pt x="13655" y="419884"/>
                  </a:cubicBezTo>
                  <a:cubicBezTo>
                    <a:pt x="4912" y="411141"/>
                    <a:pt x="0" y="399284"/>
                    <a:pt x="0" y="386919"/>
                  </a:cubicBezTo>
                  <a:lnTo>
                    <a:pt x="0" y="46619"/>
                  </a:lnTo>
                  <a:cubicBezTo>
                    <a:pt x="0" y="34255"/>
                    <a:pt x="4912" y="22397"/>
                    <a:pt x="13655" y="13655"/>
                  </a:cubicBezTo>
                  <a:cubicBezTo>
                    <a:pt x="22397" y="4912"/>
                    <a:pt x="34255" y="0"/>
                    <a:pt x="46619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9FDFF"/>
                </a:gs>
                <a:gs pos="100000">
                  <a:srgbClr val="E1F2FA"/>
                </a:gs>
              </a:gsLst>
              <a:lin ang="2700000" scaled="0"/>
            </a:gradFill>
            <a:ln w="38100" cap="rnd" cmpd="sng">
              <a:solidFill>
                <a:srgbClr val="83AB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4">
              <a:extLst>
                <a:ext uri="{FF2B5EF4-FFF2-40B4-BE49-F238E27FC236}">
                  <a16:creationId xmlns:a16="http://schemas.microsoft.com/office/drawing/2014/main" id="{DB3D2F1E-AF2B-92A0-9191-C06A84EC77CA}"/>
                </a:ext>
              </a:extLst>
            </p:cNvPr>
            <p:cNvSpPr txBox="1"/>
            <p:nvPr/>
          </p:nvSpPr>
          <p:spPr>
            <a:xfrm>
              <a:off x="0" y="-38100"/>
              <a:ext cx="1005965" cy="471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14">
            <a:extLst>
              <a:ext uri="{FF2B5EF4-FFF2-40B4-BE49-F238E27FC236}">
                <a16:creationId xmlns:a16="http://schemas.microsoft.com/office/drawing/2014/main" id="{19FC7D8C-36A0-7CB4-F336-B4B18A4490F0}"/>
              </a:ext>
            </a:extLst>
          </p:cNvPr>
          <p:cNvGrpSpPr/>
          <p:nvPr/>
        </p:nvGrpSpPr>
        <p:grpSpPr>
          <a:xfrm>
            <a:off x="865090" y="2879440"/>
            <a:ext cx="4560350" cy="1076318"/>
            <a:chOff x="0" y="-16806"/>
            <a:chExt cx="880533" cy="250636"/>
          </a:xfrm>
        </p:grpSpPr>
        <p:sp>
          <p:nvSpPr>
            <p:cNvPr id="593" name="Google Shape;593;p14">
              <a:extLst>
                <a:ext uri="{FF2B5EF4-FFF2-40B4-BE49-F238E27FC236}">
                  <a16:creationId xmlns:a16="http://schemas.microsoft.com/office/drawing/2014/main" id="{EDE77BC2-6769-DDE6-37EB-F12F42ABDDC8}"/>
                </a:ext>
              </a:extLst>
            </p:cNvPr>
            <p:cNvSpPr/>
            <p:nvPr/>
          </p:nvSpPr>
          <p:spPr>
            <a:xfrm>
              <a:off x="0" y="0"/>
              <a:ext cx="880533" cy="212536"/>
            </a:xfrm>
            <a:custGeom>
              <a:avLst/>
              <a:gdLst/>
              <a:ahLst/>
              <a:cxnLst/>
              <a:rect l="l" t="t" r="r" b="b"/>
              <a:pathLst>
                <a:path w="880533" h="212536" extrusionOk="0">
                  <a:moveTo>
                    <a:pt x="53260" y="0"/>
                  </a:moveTo>
                  <a:lnTo>
                    <a:pt x="827273" y="0"/>
                  </a:lnTo>
                  <a:cubicBezTo>
                    <a:pt x="841399" y="0"/>
                    <a:pt x="854945" y="5611"/>
                    <a:pt x="864934" y="15600"/>
                  </a:cubicBezTo>
                  <a:cubicBezTo>
                    <a:pt x="874922" y="25588"/>
                    <a:pt x="880533" y="39135"/>
                    <a:pt x="880533" y="53260"/>
                  </a:cubicBezTo>
                  <a:lnTo>
                    <a:pt x="880533" y="159275"/>
                  </a:lnTo>
                  <a:cubicBezTo>
                    <a:pt x="880533" y="173401"/>
                    <a:pt x="874922" y="186948"/>
                    <a:pt x="864934" y="196936"/>
                  </a:cubicBezTo>
                  <a:cubicBezTo>
                    <a:pt x="854945" y="206924"/>
                    <a:pt x="841399" y="212536"/>
                    <a:pt x="827273" y="212536"/>
                  </a:cubicBezTo>
                  <a:lnTo>
                    <a:pt x="53260" y="212536"/>
                  </a:lnTo>
                  <a:cubicBezTo>
                    <a:pt x="39135" y="212536"/>
                    <a:pt x="25588" y="206924"/>
                    <a:pt x="15600" y="196936"/>
                  </a:cubicBezTo>
                  <a:cubicBezTo>
                    <a:pt x="5611" y="186948"/>
                    <a:pt x="0" y="173401"/>
                    <a:pt x="0" y="159275"/>
                  </a:cubicBezTo>
                  <a:lnTo>
                    <a:pt x="0" y="53260"/>
                  </a:lnTo>
                  <a:cubicBezTo>
                    <a:pt x="0" y="39135"/>
                    <a:pt x="5611" y="25588"/>
                    <a:pt x="15600" y="15600"/>
                  </a:cubicBezTo>
                  <a:cubicBezTo>
                    <a:pt x="25588" y="5611"/>
                    <a:pt x="39135" y="0"/>
                    <a:pt x="5326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4">
              <a:extLst>
                <a:ext uri="{FF2B5EF4-FFF2-40B4-BE49-F238E27FC236}">
                  <a16:creationId xmlns:a16="http://schemas.microsoft.com/office/drawing/2014/main" id="{918435C9-45D2-2368-7E81-57DE843DA356}"/>
                </a:ext>
              </a:extLst>
            </p:cNvPr>
            <p:cNvSpPr txBox="1"/>
            <p:nvPr/>
          </p:nvSpPr>
          <p:spPr>
            <a:xfrm>
              <a:off x="0" y="-16806"/>
              <a:ext cx="880533" cy="250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99"/>
                <a:buFont typeface="Arial"/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BUILDING STRUCTURES AND ACQUISITION OF LANDS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5" name="Google Shape;595;p14">
            <a:extLst>
              <a:ext uri="{FF2B5EF4-FFF2-40B4-BE49-F238E27FC236}">
                <a16:creationId xmlns:a16="http://schemas.microsoft.com/office/drawing/2014/main" id="{84340AC7-1DD3-D771-308A-32A8F2846C0E}"/>
              </a:ext>
            </a:extLst>
          </p:cNvPr>
          <p:cNvSpPr/>
          <p:nvPr/>
        </p:nvSpPr>
        <p:spPr>
          <a:xfrm>
            <a:off x="6619948" y="-1046483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600" name="Google Shape;600;p14">
            <a:extLst>
              <a:ext uri="{FF2B5EF4-FFF2-40B4-BE49-F238E27FC236}">
                <a16:creationId xmlns:a16="http://schemas.microsoft.com/office/drawing/2014/main" id="{C8C8760E-2397-FB7C-3EBD-1B85BB58D18E}"/>
              </a:ext>
            </a:extLst>
          </p:cNvPr>
          <p:cNvGrpSpPr/>
          <p:nvPr/>
        </p:nvGrpSpPr>
        <p:grpSpPr>
          <a:xfrm rot="-7718068">
            <a:off x="-360409" y="8784685"/>
            <a:ext cx="1266374" cy="1266374"/>
            <a:chOff x="0" y="0"/>
            <a:chExt cx="812800" cy="812800"/>
          </a:xfrm>
        </p:grpSpPr>
        <p:sp>
          <p:nvSpPr>
            <p:cNvPr id="601" name="Google Shape;601;p14">
              <a:extLst>
                <a:ext uri="{FF2B5EF4-FFF2-40B4-BE49-F238E27FC236}">
                  <a16:creationId xmlns:a16="http://schemas.microsoft.com/office/drawing/2014/main" id="{CF609A09-8F6B-1D75-D2A8-1DE02262A1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4">
              <a:extLst>
                <a:ext uri="{FF2B5EF4-FFF2-40B4-BE49-F238E27FC236}">
                  <a16:creationId xmlns:a16="http://schemas.microsoft.com/office/drawing/2014/main" id="{4EB39F72-6A31-985F-7CC8-F979E9C9574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3" name="Google Shape;603;p14">
            <a:extLst>
              <a:ext uri="{FF2B5EF4-FFF2-40B4-BE49-F238E27FC236}">
                <a16:creationId xmlns:a16="http://schemas.microsoft.com/office/drawing/2014/main" id="{7009852E-A790-E6A1-4FCD-EAF061281CAC}"/>
              </a:ext>
            </a:extLst>
          </p:cNvPr>
          <p:cNvSpPr txBox="1"/>
          <p:nvPr/>
        </p:nvSpPr>
        <p:spPr>
          <a:xfrm>
            <a:off x="865090" y="717175"/>
            <a:ext cx="10201546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>
            <a:extLst>
              <a:ext uri="{FF2B5EF4-FFF2-40B4-BE49-F238E27FC236}">
                <a16:creationId xmlns:a16="http://schemas.microsoft.com/office/drawing/2014/main" id="{B9826CCE-F11F-FDE0-9E20-2091D8D9381E}"/>
              </a:ext>
            </a:extLst>
          </p:cNvPr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>
            <a:extLst>
              <a:ext uri="{FF2B5EF4-FFF2-40B4-BE49-F238E27FC236}">
                <a16:creationId xmlns:a16="http://schemas.microsoft.com/office/drawing/2014/main" id="{FF910D6A-9B45-23B4-52F8-B65133C681A9}"/>
              </a:ext>
            </a:extLst>
          </p:cNvPr>
          <p:cNvSpPr txBox="1"/>
          <p:nvPr/>
        </p:nvSpPr>
        <p:spPr>
          <a:xfrm>
            <a:off x="1267408" y="3993495"/>
            <a:ext cx="7413581" cy="419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4444"/>
              </a:lnSpc>
              <a:buClr>
                <a:srgbClr val="193682"/>
              </a:buClr>
              <a:buSzPts val="1800"/>
            </a:pP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Backfilling of coop lot situated at the main compound backlot 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Construction of Various Buildings 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Flood Control System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Construction of the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Lupao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District Office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Acquisition of Land and Construction of the </a:t>
            </a:r>
            <a:r>
              <a:rPr lang="en-US" sz="2000" dirty="0" err="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Licab</a:t>
            </a: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District Office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Construction of Munoz District and Zone Office (including backfilling and fence)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Renovation of Various Building Structures </a:t>
            </a:r>
          </a:p>
        </p:txBody>
      </p:sp>
      <p:grpSp>
        <p:nvGrpSpPr>
          <p:cNvPr id="622" name="Google Shape;622;p14">
            <a:extLst>
              <a:ext uri="{FF2B5EF4-FFF2-40B4-BE49-F238E27FC236}">
                <a16:creationId xmlns:a16="http://schemas.microsoft.com/office/drawing/2014/main" id="{E205B068-F105-4C16-1180-35498B33C01B}"/>
              </a:ext>
            </a:extLst>
          </p:cNvPr>
          <p:cNvGrpSpPr/>
          <p:nvPr/>
        </p:nvGrpSpPr>
        <p:grpSpPr>
          <a:xfrm>
            <a:off x="9796337" y="2714160"/>
            <a:ext cx="7857482" cy="3106766"/>
            <a:chOff x="5324475" y="3932996"/>
            <a:chExt cx="7521400" cy="5965648"/>
          </a:xfrm>
        </p:grpSpPr>
        <p:grpSp>
          <p:nvGrpSpPr>
            <p:cNvPr id="623" name="Google Shape;623;p14">
              <a:extLst>
                <a:ext uri="{FF2B5EF4-FFF2-40B4-BE49-F238E27FC236}">
                  <a16:creationId xmlns:a16="http://schemas.microsoft.com/office/drawing/2014/main" id="{3696BA60-2916-D8E8-4691-EAD01BACBCDB}"/>
                </a:ext>
              </a:extLst>
            </p:cNvPr>
            <p:cNvGrpSpPr/>
            <p:nvPr/>
          </p:nvGrpSpPr>
          <p:grpSpPr>
            <a:xfrm>
              <a:off x="5324475" y="3932996"/>
              <a:ext cx="7521400" cy="5965648"/>
              <a:chOff x="5324475" y="3932996"/>
              <a:chExt cx="7521400" cy="5965648"/>
            </a:xfrm>
          </p:grpSpPr>
          <p:grpSp>
            <p:nvGrpSpPr>
              <p:cNvPr id="624" name="Google Shape;624;p14">
                <a:extLst>
                  <a:ext uri="{FF2B5EF4-FFF2-40B4-BE49-F238E27FC236}">
                    <a16:creationId xmlns:a16="http://schemas.microsoft.com/office/drawing/2014/main" id="{BAD6A478-7091-D6F4-D3CD-35576915F9C1}"/>
                  </a:ext>
                </a:extLst>
              </p:cNvPr>
              <p:cNvGrpSpPr/>
              <p:nvPr/>
            </p:nvGrpSpPr>
            <p:grpSpPr>
              <a:xfrm>
                <a:off x="5324475" y="4174928"/>
                <a:ext cx="7521400" cy="5723716"/>
                <a:chOff x="0" y="-38100"/>
                <a:chExt cx="1980944" cy="1507481"/>
              </a:xfrm>
            </p:grpSpPr>
            <p:sp>
              <p:nvSpPr>
                <p:cNvPr id="625" name="Google Shape;625;p14">
                  <a:extLst>
                    <a:ext uri="{FF2B5EF4-FFF2-40B4-BE49-F238E27FC236}">
                      <a16:creationId xmlns:a16="http://schemas.microsoft.com/office/drawing/2014/main" id="{91CE46BA-2CBF-4697-00E0-F0AE8CED027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80944" cy="1469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965" h="433539" extrusionOk="0">
                      <a:moveTo>
                        <a:pt x="46619" y="0"/>
                      </a:moveTo>
                      <a:lnTo>
                        <a:pt x="959346" y="0"/>
                      </a:lnTo>
                      <a:cubicBezTo>
                        <a:pt x="985093" y="0"/>
                        <a:pt x="1005965" y="20872"/>
                        <a:pt x="1005965" y="46619"/>
                      </a:cubicBezTo>
                      <a:lnTo>
                        <a:pt x="1005965" y="386919"/>
                      </a:lnTo>
                      <a:cubicBezTo>
                        <a:pt x="1005965" y="399284"/>
                        <a:pt x="1001054" y="411141"/>
                        <a:pt x="992311" y="419884"/>
                      </a:cubicBezTo>
                      <a:cubicBezTo>
                        <a:pt x="983568" y="428627"/>
                        <a:pt x="971710" y="433539"/>
                        <a:pt x="959346" y="433539"/>
                      </a:cubicBezTo>
                      <a:lnTo>
                        <a:pt x="46619" y="433539"/>
                      </a:lnTo>
                      <a:cubicBezTo>
                        <a:pt x="34255" y="433539"/>
                        <a:pt x="22397" y="428627"/>
                        <a:pt x="13655" y="419884"/>
                      </a:cubicBezTo>
                      <a:cubicBezTo>
                        <a:pt x="4912" y="411141"/>
                        <a:pt x="0" y="399284"/>
                        <a:pt x="0" y="386919"/>
                      </a:cubicBezTo>
                      <a:lnTo>
                        <a:pt x="0" y="46619"/>
                      </a:lnTo>
                      <a:cubicBezTo>
                        <a:pt x="0" y="34255"/>
                        <a:pt x="4912" y="22397"/>
                        <a:pt x="13655" y="13655"/>
                      </a:cubicBezTo>
                      <a:cubicBezTo>
                        <a:pt x="22397" y="4912"/>
                        <a:pt x="34255" y="0"/>
                        <a:pt x="466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9FDFF"/>
                    </a:gs>
                    <a:gs pos="100000">
                      <a:srgbClr val="E1F2FA"/>
                    </a:gs>
                  </a:gsLst>
                  <a:lin ang="2700000" scaled="0"/>
                </a:gradFill>
                <a:ln w="38100" cap="rnd" cmpd="sng">
                  <a:solidFill>
                    <a:srgbClr val="F7C61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>
                  <a:extLst>
                    <a:ext uri="{FF2B5EF4-FFF2-40B4-BE49-F238E27FC236}">
                      <a16:creationId xmlns:a16="http://schemas.microsoft.com/office/drawing/2014/main" id="{AB9F7E47-5385-05B5-89D7-42D90620067F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05965" cy="4716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47722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7" name="Google Shape;627;p14">
                <a:extLst>
                  <a:ext uri="{FF2B5EF4-FFF2-40B4-BE49-F238E27FC236}">
                    <a16:creationId xmlns:a16="http://schemas.microsoft.com/office/drawing/2014/main" id="{2D9E16AC-D886-5BC5-F3ED-E05564A9306E}"/>
                  </a:ext>
                </a:extLst>
              </p:cNvPr>
              <p:cNvGrpSpPr/>
              <p:nvPr/>
            </p:nvGrpSpPr>
            <p:grpSpPr>
              <a:xfrm>
                <a:off x="5397068" y="3932996"/>
                <a:ext cx="3887376" cy="1229529"/>
                <a:chOff x="19119" y="4449"/>
                <a:chExt cx="1023835" cy="323827"/>
              </a:xfrm>
            </p:grpSpPr>
            <p:sp>
              <p:nvSpPr>
                <p:cNvPr id="628" name="Google Shape;628;p14">
                  <a:extLst>
                    <a:ext uri="{FF2B5EF4-FFF2-40B4-BE49-F238E27FC236}">
                      <a16:creationId xmlns:a16="http://schemas.microsoft.com/office/drawing/2014/main" id="{226FA7A2-A214-030F-DEEC-84D192361BF3}"/>
                    </a:ext>
                  </a:extLst>
                </p:cNvPr>
                <p:cNvSpPr/>
                <p:nvPr/>
              </p:nvSpPr>
              <p:spPr>
                <a:xfrm>
                  <a:off x="19119" y="4449"/>
                  <a:ext cx="1023835" cy="3238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533" h="215462" extrusionOk="0">
                      <a:moveTo>
                        <a:pt x="53260" y="0"/>
                      </a:moveTo>
                      <a:lnTo>
                        <a:pt x="827273" y="0"/>
                      </a:lnTo>
                      <a:cubicBezTo>
                        <a:pt x="841399" y="0"/>
                        <a:pt x="854945" y="5611"/>
                        <a:pt x="864934" y="15600"/>
                      </a:cubicBezTo>
                      <a:cubicBezTo>
                        <a:pt x="874922" y="25588"/>
                        <a:pt x="880533" y="39135"/>
                        <a:pt x="880533" y="53260"/>
                      </a:cubicBezTo>
                      <a:lnTo>
                        <a:pt x="880533" y="162202"/>
                      </a:lnTo>
                      <a:cubicBezTo>
                        <a:pt x="880533" y="176327"/>
                        <a:pt x="874922" y="189874"/>
                        <a:pt x="864934" y="199862"/>
                      </a:cubicBezTo>
                      <a:cubicBezTo>
                        <a:pt x="854945" y="209851"/>
                        <a:pt x="841399" y="215462"/>
                        <a:pt x="827273" y="215462"/>
                      </a:cubicBezTo>
                      <a:lnTo>
                        <a:pt x="53260" y="215462"/>
                      </a:lnTo>
                      <a:cubicBezTo>
                        <a:pt x="39135" y="215462"/>
                        <a:pt x="25588" y="209851"/>
                        <a:pt x="15600" y="199862"/>
                      </a:cubicBezTo>
                      <a:cubicBezTo>
                        <a:pt x="5611" y="189874"/>
                        <a:pt x="0" y="176327"/>
                        <a:pt x="0" y="162202"/>
                      </a:cubicBezTo>
                      <a:lnTo>
                        <a:pt x="0" y="53260"/>
                      </a:lnTo>
                      <a:cubicBezTo>
                        <a:pt x="0" y="39135"/>
                        <a:pt x="5611" y="25588"/>
                        <a:pt x="15600" y="15600"/>
                      </a:cubicBezTo>
                      <a:cubicBezTo>
                        <a:pt x="25588" y="5611"/>
                        <a:pt x="39135" y="0"/>
                        <a:pt x="532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7C61D"/>
                    </a:gs>
                    <a:gs pos="50000">
                      <a:srgbClr val="CEA20B"/>
                    </a:gs>
                    <a:gs pos="100000">
                      <a:srgbClr val="D39505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>
                  <a:extLst>
                    <a:ext uri="{FF2B5EF4-FFF2-40B4-BE49-F238E27FC236}">
                      <a16:creationId xmlns:a16="http://schemas.microsoft.com/office/drawing/2014/main" id="{DF08CCC6-6DA0-C07E-A18D-BA1B2871FEF0}"/>
                    </a:ext>
                  </a:extLst>
                </p:cNvPr>
                <p:cNvSpPr txBox="1"/>
                <p:nvPr/>
              </p:nvSpPr>
              <p:spPr>
                <a:xfrm>
                  <a:off x="112846" y="46697"/>
                  <a:ext cx="880533" cy="2535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0021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99"/>
                    <a:buFont typeface="Arial"/>
                    <a:buNone/>
                  </a:pPr>
                  <a:r>
                    <a:rPr lang="en-US" sz="2000" b="1" i="0" u="none" strike="noStrike" cap="none" dirty="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TRANSPORTATION</a:t>
                  </a:r>
                  <a:endParaRPr sz="16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30" name="Google Shape;630;p14">
              <a:extLst>
                <a:ext uri="{FF2B5EF4-FFF2-40B4-BE49-F238E27FC236}">
                  <a16:creationId xmlns:a16="http://schemas.microsoft.com/office/drawing/2014/main" id="{BDB5D2B7-8344-AD4D-A6F5-8FCB0115F25D}"/>
                </a:ext>
              </a:extLst>
            </p:cNvPr>
            <p:cNvSpPr txBox="1"/>
            <p:nvPr/>
          </p:nvSpPr>
          <p:spPr>
            <a:xfrm>
              <a:off x="5889424" y="4648986"/>
              <a:ext cx="4501879" cy="22898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endPara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dirty="0">
                  <a:solidFill>
                    <a:srgbClr val="193682"/>
                  </a:solidFill>
                  <a:latin typeface="Inter"/>
                  <a:ea typeface="Inter"/>
                  <a:sym typeface="Inter"/>
                </a:rPr>
                <a:t>Boom Truck</a:t>
              </a: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Man-Lift 40ft with </a:t>
              </a:r>
              <a:r>
                <a:rPr lang="en-US" sz="2000" b="0" i="0" u="none" strike="noStrike" cap="none" dirty="0" err="1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Boarer</a:t>
              </a: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Rehab of Edison Boom Truck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Coaster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Multi-Purpose Vehicle</a:t>
              </a:r>
              <a:endParaRPr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D9BBC98C-100C-D08C-A53C-9F0FD381D595}"/>
              </a:ext>
            </a:extLst>
          </p:cNvPr>
          <p:cNvSpPr txBox="1"/>
          <p:nvPr/>
        </p:nvSpPr>
        <p:spPr>
          <a:xfrm>
            <a:off x="927727" y="1651440"/>
            <a:ext cx="8435428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NON-NETWORK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589;p14">
            <a:extLst>
              <a:ext uri="{FF2B5EF4-FFF2-40B4-BE49-F238E27FC236}">
                <a16:creationId xmlns:a16="http://schemas.microsoft.com/office/drawing/2014/main" id="{9604224A-5D0B-4BA9-A377-0D7EC6DF15BD}"/>
              </a:ext>
            </a:extLst>
          </p:cNvPr>
          <p:cNvGrpSpPr/>
          <p:nvPr/>
        </p:nvGrpSpPr>
        <p:grpSpPr>
          <a:xfrm>
            <a:off x="9796336" y="6067010"/>
            <a:ext cx="7857483" cy="3829158"/>
            <a:chOff x="0" y="-38100"/>
            <a:chExt cx="1005965" cy="471639"/>
          </a:xfrm>
        </p:grpSpPr>
        <p:sp>
          <p:nvSpPr>
            <p:cNvPr id="37" name="Google Shape;590;p14">
              <a:extLst>
                <a:ext uri="{FF2B5EF4-FFF2-40B4-BE49-F238E27FC236}">
                  <a16:creationId xmlns:a16="http://schemas.microsoft.com/office/drawing/2014/main" id="{78E4CF52-969C-47A2-86E7-814C28D448AB}"/>
                </a:ext>
              </a:extLst>
            </p:cNvPr>
            <p:cNvSpPr/>
            <p:nvPr/>
          </p:nvSpPr>
          <p:spPr>
            <a:xfrm>
              <a:off x="0" y="0"/>
              <a:ext cx="1005965" cy="433539"/>
            </a:xfrm>
            <a:custGeom>
              <a:avLst/>
              <a:gdLst/>
              <a:ahLst/>
              <a:cxnLst/>
              <a:rect l="l" t="t" r="r" b="b"/>
              <a:pathLst>
                <a:path w="1005965" h="433539" extrusionOk="0">
                  <a:moveTo>
                    <a:pt x="46619" y="0"/>
                  </a:moveTo>
                  <a:lnTo>
                    <a:pt x="959346" y="0"/>
                  </a:lnTo>
                  <a:cubicBezTo>
                    <a:pt x="985093" y="0"/>
                    <a:pt x="1005965" y="20872"/>
                    <a:pt x="1005965" y="46619"/>
                  </a:cubicBezTo>
                  <a:lnTo>
                    <a:pt x="1005965" y="386919"/>
                  </a:lnTo>
                  <a:cubicBezTo>
                    <a:pt x="1005965" y="399284"/>
                    <a:pt x="1001054" y="411141"/>
                    <a:pt x="992311" y="419884"/>
                  </a:cubicBezTo>
                  <a:cubicBezTo>
                    <a:pt x="983568" y="428627"/>
                    <a:pt x="971710" y="433539"/>
                    <a:pt x="959346" y="433539"/>
                  </a:cubicBezTo>
                  <a:lnTo>
                    <a:pt x="46619" y="433539"/>
                  </a:lnTo>
                  <a:cubicBezTo>
                    <a:pt x="34255" y="433539"/>
                    <a:pt x="22397" y="428627"/>
                    <a:pt x="13655" y="419884"/>
                  </a:cubicBezTo>
                  <a:cubicBezTo>
                    <a:pt x="4912" y="411141"/>
                    <a:pt x="0" y="399284"/>
                    <a:pt x="0" y="386919"/>
                  </a:cubicBezTo>
                  <a:lnTo>
                    <a:pt x="0" y="46619"/>
                  </a:lnTo>
                  <a:cubicBezTo>
                    <a:pt x="0" y="34255"/>
                    <a:pt x="4912" y="22397"/>
                    <a:pt x="13655" y="13655"/>
                  </a:cubicBezTo>
                  <a:cubicBezTo>
                    <a:pt x="22397" y="4912"/>
                    <a:pt x="34255" y="0"/>
                    <a:pt x="46619" y="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9FDFF"/>
                </a:gs>
                <a:gs pos="100000">
                  <a:srgbClr val="E1F2FA"/>
                </a:gs>
              </a:gsLst>
              <a:lin ang="2700000" scaled="0"/>
            </a:gradFill>
            <a:ln w="38100" cap="rnd" cmpd="sng">
              <a:solidFill>
                <a:srgbClr val="83AB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591;p14">
              <a:extLst>
                <a:ext uri="{FF2B5EF4-FFF2-40B4-BE49-F238E27FC236}">
                  <a16:creationId xmlns:a16="http://schemas.microsoft.com/office/drawing/2014/main" id="{FF84BBC1-396E-4C5D-A917-2E60A16E3415}"/>
                </a:ext>
              </a:extLst>
            </p:cNvPr>
            <p:cNvSpPr txBox="1"/>
            <p:nvPr/>
          </p:nvSpPr>
          <p:spPr>
            <a:xfrm>
              <a:off x="0" y="-38100"/>
              <a:ext cx="1005965" cy="471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592;p14">
            <a:extLst>
              <a:ext uri="{FF2B5EF4-FFF2-40B4-BE49-F238E27FC236}">
                <a16:creationId xmlns:a16="http://schemas.microsoft.com/office/drawing/2014/main" id="{05511E5D-BE2C-440B-BA59-B0E2F3EFF681}"/>
              </a:ext>
            </a:extLst>
          </p:cNvPr>
          <p:cNvGrpSpPr/>
          <p:nvPr/>
        </p:nvGrpSpPr>
        <p:grpSpPr>
          <a:xfrm>
            <a:off x="9840819" y="6152221"/>
            <a:ext cx="4143996" cy="864212"/>
            <a:chOff x="0" y="-20420"/>
            <a:chExt cx="880533" cy="250636"/>
          </a:xfrm>
        </p:grpSpPr>
        <p:sp>
          <p:nvSpPr>
            <p:cNvPr id="40" name="Google Shape;593;p14">
              <a:extLst>
                <a:ext uri="{FF2B5EF4-FFF2-40B4-BE49-F238E27FC236}">
                  <a16:creationId xmlns:a16="http://schemas.microsoft.com/office/drawing/2014/main" id="{678E1484-A7C8-46E2-A3D0-B6267C51EAB4}"/>
                </a:ext>
              </a:extLst>
            </p:cNvPr>
            <p:cNvSpPr/>
            <p:nvPr/>
          </p:nvSpPr>
          <p:spPr>
            <a:xfrm>
              <a:off x="0" y="0"/>
              <a:ext cx="880533" cy="212536"/>
            </a:xfrm>
            <a:custGeom>
              <a:avLst/>
              <a:gdLst/>
              <a:ahLst/>
              <a:cxnLst/>
              <a:rect l="l" t="t" r="r" b="b"/>
              <a:pathLst>
                <a:path w="880533" h="212536" extrusionOk="0">
                  <a:moveTo>
                    <a:pt x="53260" y="0"/>
                  </a:moveTo>
                  <a:lnTo>
                    <a:pt x="827273" y="0"/>
                  </a:lnTo>
                  <a:cubicBezTo>
                    <a:pt x="841399" y="0"/>
                    <a:pt x="854945" y="5611"/>
                    <a:pt x="864934" y="15600"/>
                  </a:cubicBezTo>
                  <a:cubicBezTo>
                    <a:pt x="874922" y="25588"/>
                    <a:pt x="880533" y="39135"/>
                    <a:pt x="880533" y="53260"/>
                  </a:cubicBezTo>
                  <a:lnTo>
                    <a:pt x="880533" y="159275"/>
                  </a:lnTo>
                  <a:cubicBezTo>
                    <a:pt x="880533" y="173401"/>
                    <a:pt x="874922" y="186948"/>
                    <a:pt x="864934" y="196936"/>
                  </a:cubicBezTo>
                  <a:cubicBezTo>
                    <a:pt x="854945" y="206924"/>
                    <a:pt x="841399" y="212536"/>
                    <a:pt x="827273" y="212536"/>
                  </a:cubicBezTo>
                  <a:lnTo>
                    <a:pt x="53260" y="212536"/>
                  </a:lnTo>
                  <a:cubicBezTo>
                    <a:pt x="39135" y="212536"/>
                    <a:pt x="25588" y="206924"/>
                    <a:pt x="15600" y="196936"/>
                  </a:cubicBezTo>
                  <a:cubicBezTo>
                    <a:pt x="5611" y="186948"/>
                    <a:pt x="0" y="173401"/>
                    <a:pt x="0" y="159275"/>
                  </a:cubicBezTo>
                  <a:lnTo>
                    <a:pt x="0" y="53260"/>
                  </a:lnTo>
                  <a:cubicBezTo>
                    <a:pt x="0" y="39135"/>
                    <a:pt x="5611" y="25588"/>
                    <a:pt x="15600" y="15600"/>
                  </a:cubicBezTo>
                  <a:cubicBezTo>
                    <a:pt x="25588" y="5611"/>
                    <a:pt x="39135" y="0"/>
                    <a:pt x="5326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594;p14">
              <a:extLst>
                <a:ext uri="{FF2B5EF4-FFF2-40B4-BE49-F238E27FC236}">
                  <a16:creationId xmlns:a16="http://schemas.microsoft.com/office/drawing/2014/main" id="{1EA135FF-2D60-409D-8310-D7F4524124C5}"/>
                </a:ext>
              </a:extLst>
            </p:cNvPr>
            <p:cNvSpPr txBox="1"/>
            <p:nvPr/>
          </p:nvSpPr>
          <p:spPr>
            <a:xfrm>
              <a:off x="0" y="-20420"/>
              <a:ext cx="880533" cy="2506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99"/>
                <a:buFont typeface="Arial"/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Inter"/>
                  <a:ea typeface="Inter"/>
                  <a:sym typeface="Inter"/>
                </a:rPr>
                <a:t>LABORATORY EQUIPMENT</a:t>
              </a:r>
              <a:endParaRPr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605;p14">
            <a:extLst>
              <a:ext uri="{FF2B5EF4-FFF2-40B4-BE49-F238E27FC236}">
                <a16:creationId xmlns:a16="http://schemas.microsoft.com/office/drawing/2014/main" id="{11C3265A-4B15-4811-A953-8B0EF9C7C63A}"/>
              </a:ext>
            </a:extLst>
          </p:cNvPr>
          <p:cNvSpPr txBox="1"/>
          <p:nvPr/>
        </p:nvSpPr>
        <p:spPr>
          <a:xfrm>
            <a:off x="10088880" y="7019806"/>
            <a:ext cx="7423687" cy="2671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Non Contact AC High Voltage Detector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Clamp Ammeter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15KV Voltage and Phase Analyzer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15KV  Load Logger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Thermal Scanner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Accuracy Calibration Testing of Front End Equipment (FEE)</a:t>
            </a:r>
          </a:p>
          <a:p>
            <a:pPr marL="285750" lvl="0" indent="-285750">
              <a:lnSpc>
                <a:spcPct val="124444"/>
              </a:lnSpc>
              <a:buClr>
                <a:srgbClr val="193682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Insulation Resistance Tester</a:t>
            </a:r>
          </a:p>
        </p:txBody>
      </p:sp>
    </p:spTree>
    <p:extLst>
      <p:ext uri="{BB962C8B-B14F-4D97-AF65-F5344CB8AC3E}">
        <p14:creationId xmlns:p14="http://schemas.microsoft.com/office/powerpoint/2010/main" val="202572040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50000">
              <a:srgbClr val="F8FDFF"/>
            </a:gs>
            <a:gs pos="100000">
              <a:srgbClr val="EFFA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82">
          <a:extLst>
            <a:ext uri="{FF2B5EF4-FFF2-40B4-BE49-F238E27FC236}">
              <a16:creationId xmlns:a16="http://schemas.microsoft.com/office/drawing/2014/main" id="{30449C92-4765-B4D0-2220-6A14D6674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4">
            <a:extLst>
              <a:ext uri="{FF2B5EF4-FFF2-40B4-BE49-F238E27FC236}">
                <a16:creationId xmlns:a16="http://schemas.microsoft.com/office/drawing/2014/main" id="{BE82F987-12B1-4DAA-FB7C-B20ED7CDBF63}"/>
              </a:ext>
            </a:extLst>
          </p:cNvPr>
          <p:cNvGrpSpPr/>
          <p:nvPr/>
        </p:nvGrpSpPr>
        <p:grpSpPr>
          <a:xfrm rot="-2022836">
            <a:off x="1553074" y="4936475"/>
            <a:ext cx="642130" cy="642130"/>
            <a:chOff x="0" y="0"/>
            <a:chExt cx="812800" cy="812800"/>
          </a:xfrm>
        </p:grpSpPr>
        <p:sp>
          <p:nvSpPr>
            <p:cNvPr id="587" name="Google Shape;587;p14">
              <a:extLst>
                <a:ext uri="{FF2B5EF4-FFF2-40B4-BE49-F238E27FC236}">
                  <a16:creationId xmlns:a16="http://schemas.microsoft.com/office/drawing/2014/main" id="{FC8B9498-F44C-2F8C-DA20-274FB47FF01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3ABEE"/>
                </a:gs>
                <a:gs pos="50000">
                  <a:srgbClr val="5D82E9"/>
                </a:gs>
                <a:gs pos="100000">
                  <a:srgbClr val="22419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4">
              <a:extLst>
                <a:ext uri="{FF2B5EF4-FFF2-40B4-BE49-F238E27FC236}">
                  <a16:creationId xmlns:a16="http://schemas.microsoft.com/office/drawing/2014/main" id="{DFD9F2A3-CE1A-979A-E41B-E23C8E2C93C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p14">
            <a:extLst>
              <a:ext uri="{FF2B5EF4-FFF2-40B4-BE49-F238E27FC236}">
                <a16:creationId xmlns:a16="http://schemas.microsoft.com/office/drawing/2014/main" id="{19E20143-C33B-00B8-5422-F69825CBC8FF}"/>
              </a:ext>
            </a:extLst>
          </p:cNvPr>
          <p:cNvSpPr/>
          <p:nvPr/>
        </p:nvSpPr>
        <p:spPr>
          <a:xfrm>
            <a:off x="6619948" y="-1046483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7" y="0"/>
                </a:lnTo>
                <a:lnTo>
                  <a:pt x="2743207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96" name="Google Shape;596;p14">
            <a:extLst>
              <a:ext uri="{FF2B5EF4-FFF2-40B4-BE49-F238E27FC236}">
                <a16:creationId xmlns:a16="http://schemas.microsoft.com/office/drawing/2014/main" id="{29D61C3D-9E21-4C7B-203A-BE3586A652F7}"/>
              </a:ext>
            </a:extLst>
          </p:cNvPr>
          <p:cNvSpPr/>
          <p:nvPr/>
        </p:nvSpPr>
        <p:spPr>
          <a:xfrm>
            <a:off x="12204023" y="9327362"/>
            <a:ext cx="2743206" cy="2455169"/>
          </a:xfrm>
          <a:custGeom>
            <a:avLst/>
            <a:gdLst/>
            <a:ahLst/>
            <a:cxnLst/>
            <a:rect l="l" t="t" r="r" b="b"/>
            <a:pathLst>
              <a:path w="2743206" h="2455169" extrusionOk="0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03" name="Google Shape;603;p14">
            <a:extLst>
              <a:ext uri="{FF2B5EF4-FFF2-40B4-BE49-F238E27FC236}">
                <a16:creationId xmlns:a16="http://schemas.microsoft.com/office/drawing/2014/main" id="{D3CB20D1-8B43-61FF-FCBA-9866CCFD60F2}"/>
              </a:ext>
            </a:extLst>
          </p:cNvPr>
          <p:cNvSpPr txBox="1"/>
          <p:nvPr/>
        </p:nvSpPr>
        <p:spPr>
          <a:xfrm>
            <a:off x="865090" y="717175"/>
            <a:ext cx="10201546" cy="100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COB </a:t>
            </a:r>
            <a:r>
              <a:rPr lang="en-US" sz="5600" b="1" i="0" u="none" strike="noStrike" cap="none" dirty="0">
                <a:solidFill>
                  <a:srgbClr val="92D050"/>
                </a:solidFill>
                <a:latin typeface="Inter"/>
                <a:ea typeface="Inter"/>
                <a:cs typeface="Inter"/>
                <a:sym typeface="Inter"/>
              </a:rPr>
              <a:t>2026</a:t>
            </a:r>
            <a:r>
              <a:rPr lang="en-US" sz="5600" b="1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Projects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>
            <a:extLst>
              <a:ext uri="{FF2B5EF4-FFF2-40B4-BE49-F238E27FC236}">
                <a16:creationId xmlns:a16="http://schemas.microsoft.com/office/drawing/2014/main" id="{C6ED4155-AD06-9F50-D2E6-466C0A7211B8}"/>
              </a:ext>
            </a:extLst>
          </p:cNvPr>
          <p:cNvSpPr txBox="1"/>
          <p:nvPr/>
        </p:nvSpPr>
        <p:spPr>
          <a:xfrm>
            <a:off x="927726" y="151221"/>
            <a:ext cx="6423154" cy="429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7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CORPORATE PLANNING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p14">
            <a:extLst>
              <a:ext uri="{FF2B5EF4-FFF2-40B4-BE49-F238E27FC236}">
                <a16:creationId xmlns:a16="http://schemas.microsoft.com/office/drawing/2014/main" id="{89016FCD-D627-877C-4FDF-EFF973ED3AD5}"/>
              </a:ext>
            </a:extLst>
          </p:cNvPr>
          <p:cNvGrpSpPr/>
          <p:nvPr/>
        </p:nvGrpSpPr>
        <p:grpSpPr>
          <a:xfrm>
            <a:off x="927726" y="3090264"/>
            <a:ext cx="7521400" cy="6024240"/>
            <a:chOff x="5324475" y="3767574"/>
            <a:chExt cx="7521400" cy="6399558"/>
          </a:xfrm>
        </p:grpSpPr>
        <p:grpSp>
          <p:nvGrpSpPr>
            <p:cNvPr id="623" name="Google Shape;623;p14">
              <a:extLst>
                <a:ext uri="{FF2B5EF4-FFF2-40B4-BE49-F238E27FC236}">
                  <a16:creationId xmlns:a16="http://schemas.microsoft.com/office/drawing/2014/main" id="{A88AAE4C-73AC-0492-04C3-2E806654B982}"/>
                </a:ext>
              </a:extLst>
            </p:cNvPr>
            <p:cNvGrpSpPr/>
            <p:nvPr/>
          </p:nvGrpSpPr>
          <p:grpSpPr>
            <a:xfrm>
              <a:off x="5324475" y="3767574"/>
              <a:ext cx="7521400" cy="6399558"/>
              <a:chOff x="5324475" y="3767574"/>
              <a:chExt cx="7521400" cy="6399558"/>
            </a:xfrm>
          </p:grpSpPr>
          <p:grpSp>
            <p:nvGrpSpPr>
              <p:cNvPr id="624" name="Google Shape;624;p14">
                <a:extLst>
                  <a:ext uri="{FF2B5EF4-FFF2-40B4-BE49-F238E27FC236}">
                    <a16:creationId xmlns:a16="http://schemas.microsoft.com/office/drawing/2014/main" id="{9214B55E-63B7-4EFB-BFF1-83097517DE94}"/>
                  </a:ext>
                </a:extLst>
              </p:cNvPr>
              <p:cNvGrpSpPr/>
              <p:nvPr/>
            </p:nvGrpSpPr>
            <p:grpSpPr>
              <a:xfrm>
                <a:off x="5324475" y="4174928"/>
                <a:ext cx="7521400" cy="5992204"/>
                <a:chOff x="0" y="-38100"/>
                <a:chExt cx="1980944" cy="1578194"/>
              </a:xfrm>
            </p:grpSpPr>
            <p:sp>
              <p:nvSpPr>
                <p:cNvPr id="625" name="Google Shape;625;p14">
                  <a:extLst>
                    <a:ext uri="{FF2B5EF4-FFF2-40B4-BE49-F238E27FC236}">
                      <a16:creationId xmlns:a16="http://schemas.microsoft.com/office/drawing/2014/main" id="{02BC3D80-7AE3-B7BA-02BF-857E8F88A07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980944" cy="15400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965" h="433539" extrusionOk="0">
                      <a:moveTo>
                        <a:pt x="46619" y="0"/>
                      </a:moveTo>
                      <a:lnTo>
                        <a:pt x="959346" y="0"/>
                      </a:lnTo>
                      <a:cubicBezTo>
                        <a:pt x="985093" y="0"/>
                        <a:pt x="1005965" y="20872"/>
                        <a:pt x="1005965" y="46619"/>
                      </a:cubicBezTo>
                      <a:lnTo>
                        <a:pt x="1005965" y="386919"/>
                      </a:lnTo>
                      <a:cubicBezTo>
                        <a:pt x="1005965" y="399284"/>
                        <a:pt x="1001054" y="411141"/>
                        <a:pt x="992311" y="419884"/>
                      </a:cubicBezTo>
                      <a:cubicBezTo>
                        <a:pt x="983568" y="428627"/>
                        <a:pt x="971710" y="433539"/>
                        <a:pt x="959346" y="433539"/>
                      </a:cubicBezTo>
                      <a:lnTo>
                        <a:pt x="46619" y="433539"/>
                      </a:lnTo>
                      <a:cubicBezTo>
                        <a:pt x="34255" y="433539"/>
                        <a:pt x="22397" y="428627"/>
                        <a:pt x="13655" y="419884"/>
                      </a:cubicBezTo>
                      <a:cubicBezTo>
                        <a:pt x="4912" y="411141"/>
                        <a:pt x="0" y="399284"/>
                        <a:pt x="0" y="386919"/>
                      </a:cubicBezTo>
                      <a:lnTo>
                        <a:pt x="0" y="46619"/>
                      </a:lnTo>
                      <a:cubicBezTo>
                        <a:pt x="0" y="34255"/>
                        <a:pt x="4912" y="22397"/>
                        <a:pt x="13655" y="13655"/>
                      </a:cubicBezTo>
                      <a:cubicBezTo>
                        <a:pt x="22397" y="4912"/>
                        <a:pt x="34255" y="0"/>
                        <a:pt x="466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0">
                      <a:srgbClr val="F9FDFF"/>
                    </a:gs>
                    <a:gs pos="100000">
                      <a:srgbClr val="E1F2FA"/>
                    </a:gs>
                  </a:gsLst>
                  <a:lin ang="2700000" scaled="0"/>
                </a:gradFill>
                <a:ln w="38100" cap="rnd" cmpd="sng">
                  <a:solidFill>
                    <a:srgbClr val="F7C61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14">
                  <a:extLst>
                    <a:ext uri="{FF2B5EF4-FFF2-40B4-BE49-F238E27FC236}">
                      <a16:creationId xmlns:a16="http://schemas.microsoft.com/office/drawing/2014/main" id="{4EE3DD1A-6E9C-5554-0313-8CDB8273C989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1005965" cy="47163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47722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27" name="Google Shape;627;p14">
                <a:extLst>
                  <a:ext uri="{FF2B5EF4-FFF2-40B4-BE49-F238E27FC236}">
                    <a16:creationId xmlns:a16="http://schemas.microsoft.com/office/drawing/2014/main" id="{A23FA6A6-5542-9D9E-8B53-57463E6DF39E}"/>
                  </a:ext>
                </a:extLst>
              </p:cNvPr>
              <p:cNvGrpSpPr/>
              <p:nvPr/>
            </p:nvGrpSpPr>
            <p:grpSpPr>
              <a:xfrm>
                <a:off x="5324475" y="3767574"/>
                <a:ext cx="3468807" cy="962743"/>
                <a:chOff x="0" y="-39119"/>
                <a:chExt cx="913595" cy="253562"/>
              </a:xfrm>
            </p:grpSpPr>
            <p:sp>
              <p:nvSpPr>
                <p:cNvPr id="628" name="Google Shape;628;p14">
                  <a:extLst>
                    <a:ext uri="{FF2B5EF4-FFF2-40B4-BE49-F238E27FC236}">
                      <a16:creationId xmlns:a16="http://schemas.microsoft.com/office/drawing/2014/main" id="{9E36AC45-88EC-0294-C457-DE106A92B24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13595" cy="175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0533" h="215462" extrusionOk="0">
                      <a:moveTo>
                        <a:pt x="53260" y="0"/>
                      </a:moveTo>
                      <a:lnTo>
                        <a:pt x="827273" y="0"/>
                      </a:lnTo>
                      <a:cubicBezTo>
                        <a:pt x="841399" y="0"/>
                        <a:pt x="854945" y="5611"/>
                        <a:pt x="864934" y="15600"/>
                      </a:cubicBezTo>
                      <a:cubicBezTo>
                        <a:pt x="874922" y="25588"/>
                        <a:pt x="880533" y="39135"/>
                        <a:pt x="880533" y="53260"/>
                      </a:cubicBezTo>
                      <a:lnTo>
                        <a:pt x="880533" y="162202"/>
                      </a:lnTo>
                      <a:cubicBezTo>
                        <a:pt x="880533" y="176327"/>
                        <a:pt x="874922" y="189874"/>
                        <a:pt x="864934" y="199862"/>
                      </a:cubicBezTo>
                      <a:cubicBezTo>
                        <a:pt x="854945" y="209851"/>
                        <a:pt x="841399" y="215462"/>
                        <a:pt x="827273" y="215462"/>
                      </a:cubicBezTo>
                      <a:lnTo>
                        <a:pt x="53260" y="215462"/>
                      </a:lnTo>
                      <a:cubicBezTo>
                        <a:pt x="39135" y="215462"/>
                        <a:pt x="25588" y="209851"/>
                        <a:pt x="15600" y="199862"/>
                      </a:cubicBezTo>
                      <a:cubicBezTo>
                        <a:pt x="5611" y="189874"/>
                        <a:pt x="0" y="176327"/>
                        <a:pt x="0" y="162202"/>
                      </a:cubicBezTo>
                      <a:lnTo>
                        <a:pt x="0" y="53260"/>
                      </a:lnTo>
                      <a:cubicBezTo>
                        <a:pt x="0" y="39135"/>
                        <a:pt x="5611" y="25588"/>
                        <a:pt x="15600" y="15600"/>
                      </a:cubicBezTo>
                      <a:cubicBezTo>
                        <a:pt x="25588" y="5611"/>
                        <a:pt x="39135" y="0"/>
                        <a:pt x="5326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7C61D"/>
                    </a:gs>
                    <a:gs pos="50000">
                      <a:srgbClr val="CEA20B"/>
                    </a:gs>
                    <a:gs pos="100000">
                      <a:srgbClr val="D39505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4">
                  <a:extLst>
                    <a:ext uri="{FF2B5EF4-FFF2-40B4-BE49-F238E27FC236}">
                      <a16:creationId xmlns:a16="http://schemas.microsoft.com/office/drawing/2014/main" id="{677B70AE-D800-E5A8-F0FF-9CDA508C43C4}"/>
                    </a:ext>
                  </a:extLst>
                </p:cNvPr>
                <p:cNvSpPr txBox="1"/>
                <p:nvPr/>
              </p:nvSpPr>
              <p:spPr>
                <a:xfrm>
                  <a:off x="16531" y="-39119"/>
                  <a:ext cx="880533" cy="2535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40021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99"/>
                    <a:buFont typeface="Arial"/>
                    <a:buNone/>
                  </a:pPr>
                  <a:r>
                    <a:rPr lang="en-US" sz="1899" b="1" i="0" u="none" strike="noStrike" cap="none" dirty="0">
                      <a:solidFill>
                        <a:srgbClr val="FFFFFF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POWER-OPERATED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30" name="Google Shape;630;p14">
              <a:extLst>
                <a:ext uri="{FF2B5EF4-FFF2-40B4-BE49-F238E27FC236}">
                  <a16:creationId xmlns:a16="http://schemas.microsoft.com/office/drawing/2014/main" id="{2E707949-2AA2-29BD-1454-0E647729F3D6}"/>
                </a:ext>
              </a:extLst>
            </p:cNvPr>
            <p:cNvSpPr txBox="1"/>
            <p:nvPr/>
          </p:nvSpPr>
          <p:spPr>
            <a:xfrm>
              <a:off x="5578421" y="5070305"/>
              <a:ext cx="7131157" cy="45797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Three Phase (3Ø), Pole Mounted Recloser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Automatic Electronic Sectionalizing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60KV, 48KV MCOB, Class 3 Polymeric Housed Metal Oxide Surge Arrester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12KV Station Type Surge Arrester, Class 3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Line Lightning Device for Overhead Distribution Line</a:t>
              </a: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CT/PT Tester Battery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Substation Battery</a:t>
              </a:r>
              <a:endPara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US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Three Phase (3Ø), OSM Automatic Circuit Recloser Battery (Sealed Lead Acid)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MOTWANE Insulation Test Battery</a:t>
              </a:r>
              <a:endPara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285750" marR="0" lvl="0" indent="-285750" algn="l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193682"/>
                </a:buClr>
                <a:buSzPts val="1800"/>
                <a:buFont typeface="Noto Sans Symbols"/>
                <a:buChar char="▪"/>
              </a:pPr>
              <a:r>
                <a:rPr lang="en-PH" sz="2000" b="0" i="0" u="none" strike="noStrike" cap="none" dirty="0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Ultrasound Detector Battery</a:t>
              </a:r>
              <a:endParaRPr lang="en-US" sz="2000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" name="Google Shape;603;p14">
            <a:extLst>
              <a:ext uri="{FF2B5EF4-FFF2-40B4-BE49-F238E27FC236}">
                <a16:creationId xmlns:a16="http://schemas.microsoft.com/office/drawing/2014/main" id="{0C254CF6-3971-15D9-0407-F2A9DDAFF7C1}"/>
              </a:ext>
            </a:extLst>
          </p:cNvPr>
          <p:cNvSpPr txBox="1"/>
          <p:nvPr/>
        </p:nvSpPr>
        <p:spPr>
          <a:xfrm>
            <a:off x="865428" y="1816424"/>
            <a:ext cx="8264744" cy="86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lang="en-US" sz="4800" b="1" dirty="0">
                <a:solidFill>
                  <a:srgbClr val="193682"/>
                </a:solidFill>
                <a:latin typeface="Inter"/>
                <a:ea typeface="Inter"/>
                <a:sym typeface="Inter"/>
              </a:rPr>
              <a:t>NON-NETWORK PROJECTS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" name="Google Shape;623;p14">
            <a:extLst>
              <a:ext uri="{FF2B5EF4-FFF2-40B4-BE49-F238E27FC236}">
                <a16:creationId xmlns:a16="http://schemas.microsoft.com/office/drawing/2014/main" id="{1E685E7B-3138-41B0-8A0B-0614F48793C1}"/>
              </a:ext>
            </a:extLst>
          </p:cNvPr>
          <p:cNvGrpSpPr/>
          <p:nvPr/>
        </p:nvGrpSpPr>
        <p:grpSpPr>
          <a:xfrm>
            <a:off x="9112561" y="3065675"/>
            <a:ext cx="7993767" cy="6048830"/>
            <a:chOff x="5296640" y="3743213"/>
            <a:chExt cx="7077553" cy="6048830"/>
          </a:xfrm>
        </p:grpSpPr>
        <p:grpSp>
          <p:nvGrpSpPr>
            <p:cNvPr id="39" name="Google Shape;624;p14">
              <a:extLst>
                <a:ext uri="{FF2B5EF4-FFF2-40B4-BE49-F238E27FC236}">
                  <a16:creationId xmlns:a16="http://schemas.microsoft.com/office/drawing/2014/main" id="{A75B3AC3-90BD-46B1-8E66-9991174B9101}"/>
                </a:ext>
              </a:extLst>
            </p:cNvPr>
            <p:cNvGrpSpPr/>
            <p:nvPr/>
          </p:nvGrpSpPr>
          <p:grpSpPr>
            <a:xfrm>
              <a:off x="5324475" y="4174928"/>
              <a:ext cx="7049718" cy="5617115"/>
              <a:chOff x="0" y="-38100"/>
              <a:chExt cx="1856715" cy="1479405"/>
            </a:xfrm>
          </p:grpSpPr>
          <p:sp>
            <p:nvSpPr>
              <p:cNvPr id="43" name="Google Shape;625;p14">
                <a:extLst>
                  <a:ext uri="{FF2B5EF4-FFF2-40B4-BE49-F238E27FC236}">
                    <a16:creationId xmlns:a16="http://schemas.microsoft.com/office/drawing/2014/main" id="{0833A514-4E3E-4485-B325-A2592839898B}"/>
                  </a:ext>
                </a:extLst>
              </p:cNvPr>
              <p:cNvSpPr/>
              <p:nvPr/>
            </p:nvSpPr>
            <p:spPr>
              <a:xfrm>
                <a:off x="0" y="0"/>
                <a:ext cx="1856715" cy="1441305"/>
              </a:xfrm>
              <a:custGeom>
                <a:avLst/>
                <a:gdLst/>
                <a:ahLst/>
                <a:cxnLst/>
                <a:rect l="l" t="t" r="r" b="b"/>
                <a:pathLst>
                  <a:path w="1005965" h="433539" extrusionOk="0">
                    <a:moveTo>
                      <a:pt x="46619" y="0"/>
                    </a:moveTo>
                    <a:lnTo>
                      <a:pt x="959346" y="0"/>
                    </a:lnTo>
                    <a:cubicBezTo>
                      <a:pt x="985093" y="0"/>
                      <a:pt x="1005965" y="20872"/>
                      <a:pt x="1005965" y="46619"/>
                    </a:cubicBezTo>
                    <a:lnTo>
                      <a:pt x="1005965" y="386919"/>
                    </a:lnTo>
                    <a:cubicBezTo>
                      <a:pt x="1005965" y="399284"/>
                      <a:pt x="1001054" y="411141"/>
                      <a:pt x="992311" y="419884"/>
                    </a:cubicBezTo>
                    <a:cubicBezTo>
                      <a:pt x="983568" y="428627"/>
                      <a:pt x="971710" y="433539"/>
                      <a:pt x="959346" y="433539"/>
                    </a:cubicBezTo>
                    <a:lnTo>
                      <a:pt x="46619" y="433539"/>
                    </a:lnTo>
                    <a:cubicBezTo>
                      <a:pt x="34255" y="433539"/>
                      <a:pt x="22397" y="428627"/>
                      <a:pt x="13655" y="419884"/>
                    </a:cubicBezTo>
                    <a:cubicBezTo>
                      <a:pt x="4912" y="411141"/>
                      <a:pt x="0" y="399284"/>
                      <a:pt x="0" y="386919"/>
                    </a:cubicBezTo>
                    <a:lnTo>
                      <a:pt x="0" y="46619"/>
                    </a:lnTo>
                    <a:cubicBezTo>
                      <a:pt x="0" y="34255"/>
                      <a:pt x="4912" y="22397"/>
                      <a:pt x="13655" y="13655"/>
                    </a:cubicBezTo>
                    <a:cubicBezTo>
                      <a:pt x="22397" y="4912"/>
                      <a:pt x="34255" y="0"/>
                      <a:pt x="46619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50000">
                    <a:srgbClr val="F9FDFF"/>
                  </a:gs>
                  <a:gs pos="100000">
                    <a:srgbClr val="E1F2FA"/>
                  </a:gs>
                </a:gsLst>
                <a:lin ang="2700000" scaled="0"/>
              </a:gradFill>
              <a:ln w="38100" cap="rnd" cmpd="sng">
                <a:solidFill>
                  <a:srgbClr val="F7C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626;p14">
                <a:extLst>
                  <a:ext uri="{FF2B5EF4-FFF2-40B4-BE49-F238E27FC236}">
                    <a16:creationId xmlns:a16="http://schemas.microsoft.com/office/drawing/2014/main" id="{56E5600C-6219-47D9-A83F-F4049907E47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005965" cy="4716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l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" name="Google Shape;627;p14">
              <a:extLst>
                <a:ext uri="{FF2B5EF4-FFF2-40B4-BE49-F238E27FC236}">
                  <a16:creationId xmlns:a16="http://schemas.microsoft.com/office/drawing/2014/main" id="{F72174BF-EAED-4258-9396-E3B1BCB5754E}"/>
                </a:ext>
              </a:extLst>
            </p:cNvPr>
            <p:cNvGrpSpPr/>
            <p:nvPr/>
          </p:nvGrpSpPr>
          <p:grpSpPr>
            <a:xfrm>
              <a:off x="5296640" y="3743213"/>
              <a:ext cx="3371110" cy="962743"/>
              <a:chOff x="-7331" y="-45535"/>
              <a:chExt cx="887864" cy="253562"/>
            </a:xfrm>
          </p:grpSpPr>
          <p:sp>
            <p:nvSpPr>
              <p:cNvPr id="41" name="Google Shape;628;p14">
                <a:extLst>
                  <a:ext uri="{FF2B5EF4-FFF2-40B4-BE49-F238E27FC236}">
                    <a16:creationId xmlns:a16="http://schemas.microsoft.com/office/drawing/2014/main" id="{FA2F9B77-DD2C-4D28-B4E4-3F678FBCB767}"/>
                  </a:ext>
                </a:extLst>
              </p:cNvPr>
              <p:cNvSpPr/>
              <p:nvPr/>
            </p:nvSpPr>
            <p:spPr>
              <a:xfrm>
                <a:off x="0" y="0"/>
                <a:ext cx="880533" cy="172587"/>
              </a:xfrm>
              <a:custGeom>
                <a:avLst/>
                <a:gdLst/>
                <a:ahLst/>
                <a:cxnLst/>
                <a:rect l="l" t="t" r="r" b="b"/>
                <a:pathLst>
                  <a:path w="880533" h="215462" extrusionOk="0">
                    <a:moveTo>
                      <a:pt x="53260" y="0"/>
                    </a:moveTo>
                    <a:lnTo>
                      <a:pt x="827273" y="0"/>
                    </a:lnTo>
                    <a:cubicBezTo>
                      <a:pt x="841399" y="0"/>
                      <a:pt x="854945" y="5611"/>
                      <a:pt x="864934" y="15600"/>
                    </a:cubicBezTo>
                    <a:cubicBezTo>
                      <a:pt x="874922" y="25588"/>
                      <a:pt x="880533" y="39135"/>
                      <a:pt x="880533" y="53260"/>
                    </a:cubicBezTo>
                    <a:lnTo>
                      <a:pt x="880533" y="162202"/>
                    </a:lnTo>
                    <a:cubicBezTo>
                      <a:pt x="880533" y="176327"/>
                      <a:pt x="874922" y="189874"/>
                      <a:pt x="864934" y="199862"/>
                    </a:cubicBezTo>
                    <a:cubicBezTo>
                      <a:pt x="854945" y="209851"/>
                      <a:pt x="841399" y="215462"/>
                      <a:pt x="827273" y="215462"/>
                    </a:cubicBezTo>
                    <a:lnTo>
                      <a:pt x="53260" y="215462"/>
                    </a:lnTo>
                    <a:cubicBezTo>
                      <a:pt x="39135" y="215462"/>
                      <a:pt x="25588" y="209851"/>
                      <a:pt x="15600" y="199862"/>
                    </a:cubicBezTo>
                    <a:cubicBezTo>
                      <a:pt x="5611" y="189874"/>
                      <a:pt x="0" y="176327"/>
                      <a:pt x="0" y="162202"/>
                    </a:cubicBezTo>
                    <a:lnTo>
                      <a:pt x="0" y="53260"/>
                    </a:lnTo>
                    <a:cubicBezTo>
                      <a:pt x="0" y="39135"/>
                      <a:pt x="5611" y="25588"/>
                      <a:pt x="15600" y="15600"/>
                    </a:cubicBezTo>
                    <a:cubicBezTo>
                      <a:pt x="25588" y="5611"/>
                      <a:pt x="39135" y="0"/>
                      <a:pt x="532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7C61D"/>
                  </a:gs>
                  <a:gs pos="50000">
                    <a:srgbClr val="CEA20B"/>
                  </a:gs>
                  <a:gs pos="100000">
                    <a:srgbClr val="D39505"/>
                  </a:gs>
                </a:gsLst>
                <a:lin ang="27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629;p14">
                <a:extLst>
                  <a:ext uri="{FF2B5EF4-FFF2-40B4-BE49-F238E27FC236}">
                    <a16:creationId xmlns:a16="http://schemas.microsoft.com/office/drawing/2014/main" id="{EDDD9AB5-ADF9-465F-B17F-271260CBAF51}"/>
                  </a:ext>
                </a:extLst>
              </p:cNvPr>
              <p:cNvSpPr txBox="1"/>
              <p:nvPr/>
            </p:nvSpPr>
            <p:spPr>
              <a:xfrm>
                <a:off x="-7331" y="-45535"/>
                <a:ext cx="880533" cy="2535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0021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99"/>
                  <a:buFont typeface="Arial"/>
                  <a:buNone/>
                </a:pPr>
                <a:r>
                  <a:rPr lang="en-US" sz="1899" b="1" i="0" u="none" strike="noStrike" cap="none" dirty="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POWER-OPERATED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" name="Google Shape;630;p14">
            <a:extLst>
              <a:ext uri="{FF2B5EF4-FFF2-40B4-BE49-F238E27FC236}">
                <a16:creationId xmlns:a16="http://schemas.microsoft.com/office/drawing/2014/main" id="{17982A0F-E90E-4293-BA0B-5508776B2B40}"/>
              </a:ext>
            </a:extLst>
          </p:cNvPr>
          <p:cNvSpPr txBox="1"/>
          <p:nvPr/>
        </p:nvSpPr>
        <p:spPr>
          <a:xfrm>
            <a:off x="9526044" y="3996545"/>
            <a:ext cx="7131157" cy="45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lang="en-US" sz="20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PH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Submersible Pump, 1.5HP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PH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69kV, 2000A SF6 Gas Insulated, Live Tank Power Circuit Breaker with spring operated mechanism, 25kA/3secs.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PH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69kV Protection Current Transformer, 300-200-100/5A,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PH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0.3 B-2@300A, 2 x C100@300A, Dry type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Substation Lightning protection System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3phase Pole Mounted sf6gas disconnect switch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US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Single Phase conventional use cut out mounted recloser</a:t>
            </a: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nn-NO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Gen Set (for MCO &amp; Eng'ng. Building), 300KVA</a:t>
            </a:r>
            <a:endParaRPr lang="en-US" sz="2000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r>
              <a:rPr lang="en-PH" sz="2000" b="0" i="0" u="none" strike="noStrike" cap="none" dirty="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Fault Indicator (9pcs/set)</a:t>
            </a:r>
            <a:endParaRPr lang="en-US" sz="20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193682"/>
              </a:buClr>
              <a:buSzPts val="1800"/>
              <a:buFont typeface="Noto Sans Symbols"/>
              <a:buChar char="▪"/>
            </a:pPr>
            <a:endParaRPr sz="2000" b="0" i="0" u="none" strike="noStrike" cap="none" dirty="0">
              <a:solidFill>
                <a:srgbClr val="19368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5301620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976</Words>
  <Application>Microsoft Office PowerPoint</Application>
  <PresentationFormat>Custom</PresentationFormat>
  <Paragraphs>156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Noto Sans Symbols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Jomil Peralta</dc:creator>
  <cp:lastModifiedBy>Mary Rose Domingo</cp:lastModifiedBy>
  <cp:revision>13</cp:revision>
  <dcterms:created xsi:type="dcterms:W3CDTF">2006-08-16T00:00:00Z</dcterms:created>
  <dcterms:modified xsi:type="dcterms:W3CDTF">2026-01-22T02:46:53Z</dcterms:modified>
</cp:coreProperties>
</file>