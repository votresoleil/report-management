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500" r:id="rId26"/>
    <p:sldId id="281" r:id="rId27"/>
    <p:sldId id="501" r:id="rId28"/>
    <p:sldId id="283" r:id="rId29"/>
    <p:sldId id="502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503" r:id="rId39"/>
    <p:sldId id="294" r:id="rId40"/>
    <p:sldId id="504" r:id="rId41"/>
    <p:sldId id="296" r:id="rId42"/>
    <p:sldId id="297" r:id="rId43"/>
    <p:sldId id="298" r:id="rId44"/>
    <p:sldId id="505" r:id="rId45"/>
    <p:sldId id="300" r:id="rId46"/>
    <p:sldId id="301" r:id="rId47"/>
    <p:sldId id="302" r:id="rId48"/>
    <p:sldId id="303" r:id="rId49"/>
    <p:sldId id="304" r:id="rId50"/>
    <p:sldId id="506" r:id="rId51"/>
    <p:sldId id="306" r:id="rId52"/>
    <p:sldId id="307" r:id="rId53"/>
    <p:sldId id="507" r:id="rId54"/>
    <p:sldId id="309" r:id="rId55"/>
    <p:sldId id="310" r:id="rId56"/>
    <p:sldId id="311" r:id="rId57"/>
    <p:sldId id="312" r:id="rId58"/>
    <p:sldId id="313" r:id="rId59"/>
    <p:sldId id="508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509" r:id="rId81"/>
    <p:sldId id="336" r:id="rId82"/>
    <p:sldId id="337" r:id="rId83"/>
    <p:sldId id="338" r:id="rId84"/>
    <p:sldId id="510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511" r:id="rId104"/>
    <p:sldId id="359" r:id="rId105"/>
    <p:sldId id="360" r:id="rId106"/>
    <p:sldId id="361" r:id="rId107"/>
    <p:sldId id="362" r:id="rId108"/>
    <p:sldId id="363" r:id="rId109"/>
    <p:sldId id="512" r:id="rId110"/>
    <p:sldId id="365" r:id="rId111"/>
    <p:sldId id="366" r:id="rId112"/>
    <p:sldId id="367" r:id="rId113"/>
    <p:sldId id="368" r:id="rId114"/>
    <p:sldId id="513" r:id="rId115"/>
    <p:sldId id="370" r:id="rId116"/>
    <p:sldId id="371" r:id="rId117"/>
    <p:sldId id="372" r:id="rId118"/>
    <p:sldId id="373" r:id="rId119"/>
    <p:sldId id="374" r:id="rId120"/>
    <p:sldId id="375" r:id="rId121"/>
    <p:sldId id="514" r:id="rId122"/>
    <p:sldId id="377" r:id="rId123"/>
    <p:sldId id="378" r:id="rId124"/>
    <p:sldId id="515" r:id="rId125"/>
    <p:sldId id="380" r:id="rId126"/>
    <p:sldId id="516" r:id="rId127"/>
    <p:sldId id="486" r:id="rId128"/>
    <p:sldId id="488" r:id="rId129"/>
    <p:sldId id="489" r:id="rId130"/>
    <p:sldId id="490" r:id="rId131"/>
    <p:sldId id="491" r:id="rId132"/>
    <p:sldId id="492" r:id="rId133"/>
    <p:sldId id="493" r:id="rId134"/>
    <p:sldId id="494" r:id="rId135"/>
    <p:sldId id="495" r:id="rId136"/>
    <p:sldId id="496" r:id="rId137"/>
    <p:sldId id="497" r:id="rId138"/>
    <p:sldId id="498" r:id="rId139"/>
    <p:sldId id="499" r:id="rId140"/>
    <p:sldId id="517" r:id="rId141"/>
    <p:sldId id="381" r:id="rId142"/>
    <p:sldId id="382" r:id="rId143"/>
    <p:sldId id="383" r:id="rId144"/>
    <p:sldId id="384" r:id="rId145"/>
    <p:sldId id="385" r:id="rId146"/>
    <p:sldId id="386" r:id="rId147"/>
    <p:sldId id="387" r:id="rId148"/>
    <p:sldId id="388" r:id="rId149"/>
    <p:sldId id="518" r:id="rId150"/>
    <p:sldId id="390" r:id="rId151"/>
    <p:sldId id="391" r:id="rId152"/>
    <p:sldId id="461" r:id="rId153"/>
    <p:sldId id="519" r:id="rId154"/>
    <p:sldId id="393" r:id="rId155"/>
    <p:sldId id="394" r:id="rId156"/>
    <p:sldId id="395" r:id="rId157"/>
    <p:sldId id="396" r:id="rId158"/>
    <p:sldId id="397" r:id="rId159"/>
    <p:sldId id="398" r:id="rId160"/>
    <p:sldId id="399" r:id="rId161"/>
    <p:sldId id="400" r:id="rId162"/>
    <p:sldId id="520" r:id="rId163"/>
    <p:sldId id="402" r:id="rId164"/>
    <p:sldId id="403" r:id="rId165"/>
    <p:sldId id="521" r:id="rId166"/>
    <p:sldId id="405" r:id="rId167"/>
    <p:sldId id="406" r:id="rId168"/>
    <p:sldId id="407" r:id="rId169"/>
    <p:sldId id="408" r:id="rId170"/>
    <p:sldId id="409" r:id="rId171"/>
    <p:sldId id="410" r:id="rId172"/>
    <p:sldId id="411" r:id="rId173"/>
    <p:sldId id="412" r:id="rId174"/>
    <p:sldId id="413" r:id="rId175"/>
    <p:sldId id="414" r:id="rId176"/>
    <p:sldId id="415" r:id="rId177"/>
    <p:sldId id="416" r:id="rId178"/>
    <p:sldId id="417" r:id="rId179"/>
    <p:sldId id="418" r:id="rId180"/>
    <p:sldId id="419" r:id="rId181"/>
    <p:sldId id="420" r:id="rId182"/>
    <p:sldId id="421" r:id="rId183"/>
    <p:sldId id="422" r:id="rId184"/>
    <p:sldId id="423" r:id="rId185"/>
    <p:sldId id="424" r:id="rId186"/>
    <p:sldId id="425" r:id="rId187"/>
    <p:sldId id="426" r:id="rId188"/>
    <p:sldId id="427" r:id="rId189"/>
    <p:sldId id="428" r:id="rId190"/>
    <p:sldId id="522" r:id="rId191"/>
    <p:sldId id="430" r:id="rId192"/>
    <p:sldId id="523" r:id="rId193"/>
    <p:sldId id="432" r:id="rId194"/>
    <p:sldId id="433" r:id="rId195"/>
    <p:sldId id="434" r:id="rId196"/>
    <p:sldId id="435" r:id="rId197"/>
    <p:sldId id="436" r:id="rId198"/>
    <p:sldId id="524" r:id="rId199"/>
  </p:sldIdLst>
  <p:sldSz cx="18288000" cy="10287000"/>
  <p:notesSz cx="6858000" cy="9144000"/>
  <p:embeddedFontLst>
    <p:embeddedFont>
      <p:font typeface="Bevan" panose="020B0604020202020204" charset="0"/>
      <p:regular r:id="rId200"/>
    </p:embeddedFont>
    <p:embeddedFont>
      <p:font typeface="Calibri" panose="020F0502020204030204" pitchFamily="34" charset="0"/>
      <p:regular r:id="rId201"/>
      <p:bold r:id="rId202"/>
      <p:italic r:id="rId203"/>
      <p:boldItalic r:id="rId204"/>
    </p:embeddedFont>
    <p:embeddedFont>
      <p:font typeface="Fredoka" panose="020B0604020202020204" charset="0"/>
      <p:regular r:id="rId205"/>
    </p:embeddedFont>
    <p:embeddedFont>
      <p:font typeface="Yeseva One" panose="020B0604020202020204" charset="0"/>
      <p:regular r:id="rId20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14" autoAdjust="0"/>
    <p:restoredTop sz="94622" autoAdjust="0"/>
  </p:normalViewPr>
  <p:slideViewPr>
    <p:cSldViewPr>
      <p:cViewPr varScale="1">
        <p:scale>
          <a:sx n="52" d="100"/>
          <a:sy n="52" d="100"/>
        </p:scale>
        <p:origin x="264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font" Target="fonts/font6.fntdata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font" Target="fonts/font7.fntdata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presProps" Target="presProps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4" Type="http://schemas.openxmlformats.org/officeDocument/2006/relationships/slide" Target="slides/slide23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31" Type="http://schemas.openxmlformats.org/officeDocument/2006/relationships/slide" Target="slides/slide130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199" Type="http://schemas.openxmlformats.org/officeDocument/2006/relationships/slide" Target="slides/slide198.xml"/><Relationship Id="rId203" Type="http://schemas.openxmlformats.org/officeDocument/2006/relationships/font" Target="fonts/font4.fntdata"/><Relationship Id="rId208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slide" Target="slides/slide194.xml"/><Relationship Id="rId209" Type="http://schemas.openxmlformats.org/officeDocument/2006/relationships/theme" Target="theme/theme1.xml"/><Relationship Id="rId190" Type="http://schemas.openxmlformats.org/officeDocument/2006/relationships/slide" Target="slides/slide189.xml"/><Relationship Id="rId204" Type="http://schemas.openxmlformats.org/officeDocument/2006/relationships/font" Target="fonts/font5.fntdata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10" Type="http://schemas.openxmlformats.org/officeDocument/2006/relationships/tableStyles" Target="tableStyles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font" Target="fonts/font1.fntdata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font" Target="fonts/font2.fntdata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font" Target="fonts/font3.fntdata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008602" y="319192"/>
            <a:ext cx="1749811" cy="1559188"/>
            <a:chOff x="0" y="0"/>
            <a:chExt cx="2377566" cy="23775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77567" cy="2377567"/>
            </a:xfrm>
            <a:custGeom>
              <a:avLst/>
              <a:gdLst/>
              <a:ahLst/>
              <a:cxnLst/>
              <a:rect l="l" t="t" r="r" b="b"/>
              <a:pathLst>
                <a:path w="2377567" h="2377567">
                  <a:moveTo>
                    <a:pt x="0" y="0"/>
                  </a:moveTo>
                  <a:lnTo>
                    <a:pt x="2377567" y="0"/>
                  </a:lnTo>
                  <a:lnTo>
                    <a:pt x="2377567" y="2377567"/>
                  </a:lnTo>
                  <a:lnTo>
                    <a:pt x="0" y="2377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6535400" y="8039100"/>
            <a:ext cx="2239232" cy="57150"/>
            <a:chOff x="0" y="0"/>
            <a:chExt cx="2985643" cy="76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985643" cy="76200"/>
            </a:xfrm>
            <a:custGeom>
              <a:avLst/>
              <a:gdLst/>
              <a:ahLst/>
              <a:cxnLst/>
              <a:rect l="l" t="t" r="r" b="b"/>
              <a:pathLst>
                <a:path w="2985643" h="76200">
                  <a:moveTo>
                    <a:pt x="0" y="25400"/>
                  </a:moveTo>
                  <a:lnTo>
                    <a:pt x="2985262" y="0"/>
                  </a:lnTo>
                  <a:lnTo>
                    <a:pt x="2985643" y="50800"/>
                  </a:lnTo>
                  <a:lnTo>
                    <a:pt x="508" y="762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noFill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9266968" y="8069992"/>
            <a:ext cx="2239232" cy="57150"/>
            <a:chOff x="0" y="0"/>
            <a:chExt cx="2985643" cy="76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985643" cy="76200"/>
            </a:xfrm>
            <a:custGeom>
              <a:avLst/>
              <a:gdLst/>
              <a:ahLst/>
              <a:cxnLst/>
              <a:rect l="l" t="t" r="r" b="b"/>
              <a:pathLst>
                <a:path w="2985643" h="76200">
                  <a:moveTo>
                    <a:pt x="0" y="25400"/>
                  </a:moveTo>
                  <a:lnTo>
                    <a:pt x="2985262" y="0"/>
                  </a:lnTo>
                  <a:lnTo>
                    <a:pt x="2985643" y="50800"/>
                  </a:lnTo>
                  <a:lnTo>
                    <a:pt x="508" y="762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10601342" y="8983333"/>
            <a:ext cx="6846745" cy="805060"/>
            <a:chOff x="0" y="0"/>
            <a:chExt cx="9128993" cy="107341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129014" cy="1073404"/>
            </a:xfrm>
            <a:custGeom>
              <a:avLst/>
              <a:gdLst/>
              <a:ahLst/>
              <a:cxnLst/>
              <a:rect l="l" t="t" r="r" b="b"/>
              <a:pathLst>
                <a:path w="9129014" h="1073404">
                  <a:moveTo>
                    <a:pt x="0" y="0"/>
                  </a:moveTo>
                  <a:lnTo>
                    <a:pt x="9129014" y="0"/>
                  </a:lnTo>
                  <a:lnTo>
                    <a:pt x="9129014" y="1073404"/>
                  </a:lnTo>
                  <a:lnTo>
                    <a:pt x="0" y="1073404"/>
                  </a:lnTo>
                  <a:close/>
                </a:path>
              </a:pathLst>
            </a:custGeom>
            <a:solidFill>
              <a:srgbClr val="352C2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11512343" y="7734300"/>
            <a:ext cx="5064073" cy="640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1"/>
              </a:lnSpc>
            </a:pPr>
            <a:r>
              <a:rPr lang="en-US" sz="3800" spc="428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Mateo 1, 1 - 17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667778" y="9025018"/>
            <a:ext cx="6713903" cy="626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51"/>
              </a:lnSpc>
            </a:pPr>
            <a:r>
              <a:rPr lang="en-US" sz="3528" spc="409" dirty="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December 17, 2025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800759" y="1952644"/>
            <a:ext cx="8487242" cy="22660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96"/>
              </a:lnSpc>
            </a:pPr>
            <a:r>
              <a:rPr lang="en-US" sz="5400" spc="717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IKATLONG ARAW </a:t>
            </a:r>
          </a:p>
          <a:p>
            <a:pPr algn="ctr">
              <a:lnSpc>
                <a:spcPts val="9196"/>
              </a:lnSpc>
            </a:pPr>
            <a:r>
              <a:rPr lang="en-US" sz="5400" spc="717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800759" y="4381500"/>
            <a:ext cx="8487242" cy="31490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10"/>
              </a:lnSpc>
            </a:pPr>
            <a:r>
              <a:rPr lang="en-US" sz="8936" spc="1063" dirty="0">
                <a:solidFill>
                  <a:srgbClr val="40404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evan"/>
                <a:ea typeface="Bevan"/>
                <a:cs typeface="Bevan"/>
                <a:sym typeface="Bevan"/>
              </a:rPr>
              <a:t>SIMBANG GABI</a:t>
            </a:r>
          </a:p>
        </p:txBody>
      </p:sp>
      <p:sp>
        <p:nvSpPr>
          <p:cNvPr id="16" name="Freeform 7">
            <a:extLst>
              <a:ext uri="{FF2B5EF4-FFF2-40B4-BE49-F238E27FC236}">
                <a16:creationId xmlns:a16="http://schemas.microsoft.com/office/drawing/2014/main" id="{EA2D178A-1507-49D0-BC38-D31DA3225452}"/>
              </a:ext>
            </a:extLst>
          </p:cNvPr>
          <p:cNvSpPr/>
          <p:nvPr/>
        </p:nvSpPr>
        <p:spPr>
          <a:xfrm>
            <a:off x="-66011" y="-165463"/>
            <a:ext cx="9866770" cy="10617926"/>
          </a:xfrm>
          <a:custGeom>
            <a:avLst/>
            <a:gdLst/>
            <a:ahLst/>
            <a:cxnLst/>
            <a:rect l="l" t="t" r="r" b="b"/>
            <a:pathLst>
              <a:path w="9182181" h="10287000">
                <a:moveTo>
                  <a:pt x="0" y="0"/>
                </a:moveTo>
                <a:lnTo>
                  <a:pt x="9182181" y="0"/>
                </a:lnTo>
                <a:lnTo>
                  <a:pt x="918218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206" r="-50841"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2695243"/>
            <a:ext cx="18288000" cy="4592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511"/>
              </a:lnSpc>
            </a:pPr>
            <a:r>
              <a:rPr lang="en-US" sz="12000" spc="1284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HALINA HESUS, </a:t>
            </a:r>
          </a:p>
          <a:p>
            <a:pPr algn="ctr">
              <a:lnSpc>
                <a:spcPts val="17511"/>
              </a:lnSpc>
            </a:pPr>
            <a:r>
              <a:rPr lang="en-US" sz="12000" spc="1284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HALINA!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-1409773" y="694309"/>
            <a:ext cx="9563246" cy="773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64"/>
              </a:lnSpc>
            </a:pPr>
            <a:r>
              <a:rPr lang="en-US" sz="3400" spc="394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Pambungad na Awit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2695243"/>
            <a:ext cx="18288000" cy="4592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511"/>
              </a:lnSpc>
            </a:pPr>
            <a:r>
              <a:rPr lang="en-US" sz="12000" spc="1284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HALINA HESUS, </a:t>
            </a:r>
          </a:p>
          <a:p>
            <a:pPr algn="ctr">
              <a:lnSpc>
                <a:spcPts val="17511"/>
              </a:lnSpc>
            </a:pPr>
            <a:r>
              <a:rPr lang="en-US" sz="12000" spc="1284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HALINA!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11772" y="3075870"/>
            <a:ext cx="17064412" cy="4001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720"/>
              </a:lnSpc>
            </a:pPr>
            <a:r>
              <a:rPr lang="en-US" sz="12000" spc="1153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SA SIMULAY, SINALOOB MO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11772" y="2800350"/>
            <a:ext cx="17064412" cy="617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720"/>
              </a:lnSpc>
            </a:pPr>
            <a:r>
              <a:rPr lang="en-US" sz="12000" spc="116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O, D’YOS, KALIGTASAN NG TAO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1086311" y="2647950"/>
            <a:ext cx="20460578" cy="6030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720"/>
              </a:lnSpc>
            </a:pPr>
            <a:r>
              <a:rPr lang="en-US" sz="12000" spc="1153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SA TAKDANG PANAHON AY TINAWAG MO,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1086311" y="2876550"/>
            <a:ext cx="20460578" cy="6030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720"/>
              </a:lnSpc>
            </a:pPr>
            <a:r>
              <a:rPr lang="en-US" sz="12000" spc="1153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ISANG BAYANG LINGKOD</a:t>
            </a:r>
          </a:p>
          <a:p>
            <a:pPr algn="ctr">
              <a:lnSpc>
                <a:spcPts val="15720"/>
              </a:lnSpc>
            </a:pPr>
            <a:r>
              <a:rPr lang="en-US" sz="12000" spc="116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 SA IYO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2695243"/>
            <a:ext cx="18288000" cy="4592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511"/>
              </a:lnSpc>
            </a:pPr>
            <a:r>
              <a:rPr lang="en-US" sz="12000" spc="1284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HALINA HESUS, </a:t>
            </a:r>
          </a:p>
          <a:p>
            <a:pPr algn="ctr">
              <a:lnSpc>
                <a:spcPts val="17511"/>
              </a:lnSpc>
            </a:pPr>
            <a:r>
              <a:rPr lang="en-US" sz="12000" spc="1284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HALINA!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2695243"/>
            <a:ext cx="18288000" cy="4592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511"/>
              </a:lnSpc>
            </a:pPr>
            <a:r>
              <a:rPr lang="en-US" sz="12000" spc="1284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HALINA HESUS, </a:t>
            </a:r>
          </a:p>
          <a:p>
            <a:pPr algn="ctr">
              <a:lnSpc>
                <a:spcPts val="17511"/>
              </a:lnSpc>
            </a:pPr>
            <a:r>
              <a:rPr lang="en-US" sz="12000" spc="1284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HALINA!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2695243"/>
            <a:ext cx="18288000" cy="4592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511"/>
              </a:lnSpc>
            </a:pPr>
            <a:r>
              <a:rPr lang="en-US" sz="12000" spc="1284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HALINA HESUS, </a:t>
            </a:r>
          </a:p>
          <a:p>
            <a:pPr algn="ctr">
              <a:lnSpc>
                <a:spcPts val="17511"/>
              </a:lnSpc>
            </a:pPr>
            <a:r>
              <a:rPr lang="en-US" sz="12000" spc="1284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HALINA!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75589" y="3068368"/>
            <a:ext cx="16736777" cy="40169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720"/>
              </a:lnSpc>
            </a:pPr>
            <a:r>
              <a:rPr lang="en-US" sz="12000" spc="1153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GABAY NG IYONG BAYANG HINIRANG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75589" y="3068368"/>
            <a:ext cx="16736777" cy="40169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720"/>
              </a:lnSpc>
            </a:pPr>
            <a:r>
              <a:rPr lang="en-US" sz="12000" spc="116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ANG PAG-ASA SA IYONG MESIYAS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75589" y="2428875"/>
            <a:ext cx="16736777" cy="6152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919"/>
              </a:lnSpc>
            </a:pPr>
            <a:r>
              <a:rPr lang="en-US" sz="11499" spc="1173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“EMMANUEL” ANG PANGALANG BIGAY SA KANIYA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75589" y="3467100"/>
            <a:ext cx="16736777" cy="4065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919"/>
              </a:lnSpc>
            </a:pPr>
            <a:r>
              <a:rPr lang="en-US" sz="12000" spc="1173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NASA ATIN ANG D’YOS TUWINA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2695243"/>
            <a:ext cx="18288000" cy="4592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511"/>
              </a:lnSpc>
            </a:pPr>
            <a:r>
              <a:rPr lang="en-US" sz="12000" spc="1284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HALINA HESUS, </a:t>
            </a:r>
          </a:p>
          <a:p>
            <a:pPr algn="ctr">
              <a:lnSpc>
                <a:spcPts val="17511"/>
              </a:lnSpc>
            </a:pPr>
            <a:r>
              <a:rPr lang="en-US" sz="12000" spc="1284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HALINA!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2695243"/>
            <a:ext cx="18288000" cy="4592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511"/>
              </a:lnSpc>
            </a:pPr>
            <a:r>
              <a:rPr lang="en-US" sz="12000" spc="1284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HALINA HESUS, </a:t>
            </a:r>
          </a:p>
          <a:p>
            <a:pPr algn="ctr">
              <a:lnSpc>
                <a:spcPts val="17511"/>
              </a:lnSpc>
            </a:pPr>
            <a:r>
              <a:rPr lang="en-US" sz="12000" spc="1284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HALINA!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75589" y="3409950"/>
            <a:ext cx="16736777" cy="40169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720"/>
              </a:lnSpc>
            </a:pPr>
            <a:r>
              <a:rPr lang="en-US" sz="12000" spc="1153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ISINILANG SIYA NI MARIA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3181350"/>
            <a:ext cx="18288000" cy="40169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720"/>
              </a:lnSpc>
            </a:pPr>
            <a:r>
              <a:rPr lang="en-US" sz="12000" spc="116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BIRHENG TANGING, HIYAS NG JUDEA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75589" y="2781300"/>
            <a:ext cx="16736777" cy="5761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121"/>
              </a:lnSpc>
            </a:pPr>
            <a:r>
              <a:rPr lang="en-US" sz="12000" spc="1107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AT HESUS ANG PANGALANG BIGAY SA KANYA 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75589" y="2781300"/>
            <a:ext cx="16736777" cy="3825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121"/>
              </a:lnSpc>
            </a:pPr>
            <a:r>
              <a:rPr lang="en-US" sz="12000" spc="1116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AMING D’YOS AY TAGA PAG-ADYA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2695243"/>
            <a:ext cx="18288000" cy="4592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511"/>
              </a:lnSpc>
            </a:pPr>
            <a:r>
              <a:rPr lang="en-US" sz="12000" spc="1284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HALINA HESUS, </a:t>
            </a:r>
          </a:p>
          <a:p>
            <a:pPr algn="ctr">
              <a:lnSpc>
                <a:spcPts val="17511"/>
              </a:lnSpc>
            </a:pPr>
            <a:r>
              <a:rPr lang="en-US" sz="12000" spc="1284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HALINA!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2695243"/>
            <a:ext cx="18288000" cy="4592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511"/>
              </a:lnSpc>
            </a:pPr>
            <a:r>
              <a:rPr lang="en-US" sz="12000" spc="1284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HALINA HESUS, </a:t>
            </a:r>
          </a:p>
          <a:p>
            <a:pPr algn="ctr">
              <a:lnSpc>
                <a:spcPts val="17511"/>
              </a:lnSpc>
            </a:pPr>
            <a:r>
              <a:rPr lang="en-US" sz="12000" spc="1284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HALINA!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2695243"/>
            <a:ext cx="18288000" cy="4592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511"/>
              </a:lnSpc>
            </a:pPr>
            <a:r>
              <a:rPr lang="en-US" sz="12000" spc="1284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HALINA HESUS, </a:t>
            </a:r>
          </a:p>
          <a:p>
            <a:pPr algn="ctr">
              <a:lnSpc>
                <a:spcPts val="17511"/>
              </a:lnSpc>
            </a:pPr>
            <a:r>
              <a:rPr lang="en-US" sz="12000" spc="1284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HALINA!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2695243"/>
            <a:ext cx="18288000" cy="4592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511"/>
              </a:lnSpc>
            </a:pPr>
            <a:r>
              <a:rPr lang="en-US" sz="12000" spc="1284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HALINA HESUS, </a:t>
            </a:r>
          </a:p>
          <a:p>
            <a:pPr algn="ctr">
              <a:lnSpc>
                <a:spcPts val="17511"/>
              </a:lnSpc>
            </a:pPr>
            <a:r>
              <a:rPr lang="en-US" sz="12000" spc="1284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HALINA!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008602" y="319192"/>
            <a:ext cx="1749811" cy="1559188"/>
            <a:chOff x="0" y="0"/>
            <a:chExt cx="2377566" cy="23775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77567" cy="2377567"/>
            </a:xfrm>
            <a:custGeom>
              <a:avLst/>
              <a:gdLst/>
              <a:ahLst/>
              <a:cxnLst/>
              <a:rect l="l" t="t" r="r" b="b"/>
              <a:pathLst>
                <a:path w="2377567" h="2377567">
                  <a:moveTo>
                    <a:pt x="0" y="0"/>
                  </a:moveTo>
                  <a:lnTo>
                    <a:pt x="2377567" y="0"/>
                  </a:lnTo>
                  <a:lnTo>
                    <a:pt x="2377567" y="2377567"/>
                  </a:lnTo>
                  <a:lnTo>
                    <a:pt x="0" y="2377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6535400" y="8039100"/>
            <a:ext cx="2239232" cy="57150"/>
            <a:chOff x="0" y="0"/>
            <a:chExt cx="2985643" cy="76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985643" cy="76200"/>
            </a:xfrm>
            <a:custGeom>
              <a:avLst/>
              <a:gdLst/>
              <a:ahLst/>
              <a:cxnLst/>
              <a:rect l="l" t="t" r="r" b="b"/>
              <a:pathLst>
                <a:path w="2985643" h="76200">
                  <a:moveTo>
                    <a:pt x="0" y="25400"/>
                  </a:moveTo>
                  <a:lnTo>
                    <a:pt x="2985262" y="0"/>
                  </a:lnTo>
                  <a:lnTo>
                    <a:pt x="2985643" y="50800"/>
                  </a:lnTo>
                  <a:lnTo>
                    <a:pt x="508" y="762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noFill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9266968" y="8069992"/>
            <a:ext cx="2239232" cy="57150"/>
            <a:chOff x="0" y="0"/>
            <a:chExt cx="2985643" cy="76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985643" cy="76200"/>
            </a:xfrm>
            <a:custGeom>
              <a:avLst/>
              <a:gdLst/>
              <a:ahLst/>
              <a:cxnLst/>
              <a:rect l="l" t="t" r="r" b="b"/>
              <a:pathLst>
                <a:path w="2985643" h="76200">
                  <a:moveTo>
                    <a:pt x="0" y="25400"/>
                  </a:moveTo>
                  <a:lnTo>
                    <a:pt x="2985262" y="0"/>
                  </a:lnTo>
                  <a:lnTo>
                    <a:pt x="2985643" y="50800"/>
                  </a:lnTo>
                  <a:lnTo>
                    <a:pt x="508" y="762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10601342" y="8983333"/>
            <a:ext cx="6846745" cy="805060"/>
            <a:chOff x="0" y="0"/>
            <a:chExt cx="9128993" cy="107341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129014" cy="1073404"/>
            </a:xfrm>
            <a:custGeom>
              <a:avLst/>
              <a:gdLst/>
              <a:ahLst/>
              <a:cxnLst/>
              <a:rect l="l" t="t" r="r" b="b"/>
              <a:pathLst>
                <a:path w="9129014" h="1073404">
                  <a:moveTo>
                    <a:pt x="0" y="0"/>
                  </a:moveTo>
                  <a:lnTo>
                    <a:pt x="9129014" y="0"/>
                  </a:lnTo>
                  <a:lnTo>
                    <a:pt x="9129014" y="1073404"/>
                  </a:lnTo>
                  <a:lnTo>
                    <a:pt x="0" y="1073404"/>
                  </a:lnTo>
                  <a:close/>
                </a:path>
              </a:pathLst>
            </a:custGeom>
            <a:solidFill>
              <a:srgbClr val="352C2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11512343" y="7734300"/>
            <a:ext cx="5064073" cy="640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1"/>
              </a:lnSpc>
            </a:pPr>
            <a:r>
              <a:rPr lang="en-US" sz="3800" spc="428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Mateo 1, 1 - 17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667778" y="9025018"/>
            <a:ext cx="6713903" cy="626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51"/>
              </a:lnSpc>
            </a:pPr>
            <a:r>
              <a:rPr lang="en-US" sz="3528" spc="409" dirty="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December 17, 2025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800759" y="1952644"/>
            <a:ext cx="8487242" cy="22660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96"/>
              </a:lnSpc>
            </a:pPr>
            <a:r>
              <a:rPr lang="en-US" sz="5400" spc="717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IKATLONG ARAW </a:t>
            </a:r>
          </a:p>
          <a:p>
            <a:pPr algn="ctr">
              <a:lnSpc>
                <a:spcPts val="9196"/>
              </a:lnSpc>
            </a:pPr>
            <a:r>
              <a:rPr lang="en-US" sz="5400" spc="717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800759" y="4381500"/>
            <a:ext cx="8487242" cy="31490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10"/>
              </a:lnSpc>
            </a:pPr>
            <a:r>
              <a:rPr lang="en-US" sz="8936" spc="1063" dirty="0">
                <a:solidFill>
                  <a:srgbClr val="40404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evan"/>
                <a:ea typeface="Bevan"/>
                <a:cs typeface="Bevan"/>
                <a:sym typeface="Bevan"/>
              </a:rPr>
              <a:t>SIMBANG GABI</a:t>
            </a:r>
          </a:p>
        </p:txBody>
      </p:sp>
      <p:sp>
        <p:nvSpPr>
          <p:cNvPr id="16" name="Freeform 7">
            <a:extLst>
              <a:ext uri="{FF2B5EF4-FFF2-40B4-BE49-F238E27FC236}">
                <a16:creationId xmlns:a16="http://schemas.microsoft.com/office/drawing/2014/main" id="{EA2D178A-1507-49D0-BC38-D31DA3225452}"/>
              </a:ext>
            </a:extLst>
          </p:cNvPr>
          <p:cNvSpPr/>
          <p:nvPr/>
        </p:nvSpPr>
        <p:spPr>
          <a:xfrm>
            <a:off x="-66011" y="-165463"/>
            <a:ext cx="9866770" cy="10617926"/>
          </a:xfrm>
          <a:custGeom>
            <a:avLst/>
            <a:gdLst/>
            <a:ahLst/>
            <a:cxnLst/>
            <a:rect l="l" t="t" r="r" b="b"/>
            <a:pathLst>
              <a:path w="9182181" h="10287000">
                <a:moveTo>
                  <a:pt x="0" y="0"/>
                </a:moveTo>
                <a:lnTo>
                  <a:pt x="9182181" y="0"/>
                </a:lnTo>
                <a:lnTo>
                  <a:pt x="918218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206" r="-50841"/>
            </a:stretch>
          </a:blipFill>
        </p:spPr>
      </p:sp>
    </p:spTree>
    <p:extLst>
      <p:ext uri="{BB962C8B-B14F-4D97-AF65-F5344CB8AC3E}">
        <p14:creationId xmlns:p14="http://schemas.microsoft.com/office/powerpoint/2010/main" val="8285541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627641"/>
            <a:ext cx="16016411" cy="2478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90"/>
              </a:lnSpc>
            </a:pPr>
            <a:r>
              <a:rPr lang="en-US" sz="14024" spc="2061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AMEN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008602" y="319192"/>
            <a:ext cx="1749811" cy="1559188"/>
            <a:chOff x="0" y="0"/>
            <a:chExt cx="2377566" cy="23775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77567" cy="2377567"/>
            </a:xfrm>
            <a:custGeom>
              <a:avLst/>
              <a:gdLst/>
              <a:ahLst/>
              <a:cxnLst/>
              <a:rect l="l" t="t" r="r" b="b"/>
              <a:pathLst>
                <a:path w="2377567" h="2377567">
                  <a:moveTo>
                    <a:pt x="0" y="0"/>
                  </a:moveTo>
                  <a:lnTo>
                    <a:pt x="2377567" y="0"/>
                  </a:lnTo>
                  <a:lnTo>
                    <a:pt x="2377567" y="2377567"/>
                  </a:lnTo>
                  <a:lnTo>
                    <a:pt x="0" y="2377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6535400" y="8039100"/>
            <a:ext cx="2239232" cy="57150"/>
            <a:chOff x="0" y="0"/>
            <a:chExt cx="2985643" cy="76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985643" cy="76200"/>
            </a:xfrm>
            <a:custGeom>
              <a:avLst/>
              <a:gdLst/>
              <a:ahLst/>
              <a:cxnLst/>
              <a:rect l="l" t="t" r="r" b="b"/>
              <a:pathLst>
                <a:path w="2985643" h="76200">
                  <a:moveTo>
                    <a:pt x="0" y="25400"/>
                  </a:moveTo>
                  <a:lnTo>
                    <a:pt x="2985262" y="0"/>
                  </a:lnTo>
                  <a:lnTo>
                    <a:pt x="2985643" y="50800"/>
                  </a:lnTo>
                  <a:lnTo>
                    <a:pt x="508" y="762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noFill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9266968" y="8069992"/>
            <a:ext cx="2239232" cy="57150"/>
            <a:chOff x="0" y="0"/>
            <a:chExt cx="2985643" cy="76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985643" cy="76200"/>
            </a:xfrm>
            <a:custGeom>
              <a:avLst/>
              <a:gdLst/>
              <a:ahLst/>
              <a:cxnLst/>
              <a:rect l="l" t="t" r="r" b="b"/>
              <a:pathLst>
                <a:path w="2985643" h="76200">
                  <a:moveTo>
                    <a:pt x="0" y="25400"/>
                  </a:moveTo>
                  <a:lnTo>
                    <a:pt x="2985262" y="0"/>
                  </a:lnTo>
                  <a:lnTo>
                    <a:pt x="2985643" y="50800"/>
                  </a:lnTo>
                  <a:lnTo>
                    <a:pt x="508" y="762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10601342" y="8983333"/>
            <a:ext cx="6846745" cy="805060"/>
            <a:chOff x="0" y="0"/>
            <a:chExt cx="9128993" cy="107341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129014" cy="1073404"/>
            </a:xfrm>
            <a:custGeom>
              <a:avLst/>
              <a:gdLst/>
              <a:ahLst/>
              <a:cxnLst/>
              <a:rect l="l" t="t" r="r" b="b"/>
              <a:pathLst>
                <a:path w="9129014" h="1073404">
                  <a:moveTo>
                    <a:pt x="0" y="0"/>
                  </a:moveTo>
                  <a:lnTo>
                    <a:pt x="9129014" y="0"/>
                  </a:lnTo>
                  <a:lnTo>
                    <a:pt x="9129014" y="1073404"/>
                  </a:lnTo>
                  <a:lnTo>
                    <a:pt x="0" y="1073404"/>
                  </a:lnTo>
                  <a:close/>
                </a:path>
              </a:pathLst>
            </a:custGeom>
            <a:solidFill>
              <a:srgbClr val="352C2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11512343" y="7734300"/>
            <a:ext cx="5064073" cy="640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1"/>
              </a:lnSpc>
            </a:pPr>
            <a:r>
              <a:rPr lang="en-US" sz="3800" spc="428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Mateo 1, 1 - 17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667778" y="9025018"/>
            <a:ext cx="6713903" cy="626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51"/>
              </a:lnSpc>
            </a:pPr>
            <a:r>
              <a:rPr lang="en-US" sz="3528" spc="409" dirty="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December 17, 2025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800759" y="1952644"/>
            <a:ext cx="8487242" cy="22660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96"/>
              </a:lnSpc>
            </a:pPr>
            <a:r>
              <a:rPr lang="en-US" sz="5400" spc="717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IKATLONG ARAW </a:t>
            </a:r>
          </a:p>
          <a:p>
            <a:pPr algn="ctr">
              <a:lnSpc>
                <a:spcPts val="9196"/>
              </a:lnSpc>
            </a:pPr>
            <a:r>
              <a:rPr lang="en-US" sz="5400" spc="717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800759" y="4381500"/>
            <a:ext cx="8487242" cy="31490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10"/>
              </a:lnSpc>
            </a:pPr>
            <a:r>
              <a:rPr lang="en-US" sz="8936" spc="1063" dirty="0">
                <a:solidFill>
                  <a:srgbClr val="40404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evan"/>
                <a:ea typeface="Bevan"/>
                <a:cs typeface="Bevan"/>
                <a:sym typeface="Bevan"/>
              </a:rPr>
              <a:t>SIMBANG GABI</a:t>
            </a:r>
          </a:p>
        </p:txBody>
      </p:sp>
      <p:sp>
        <p:nvSpPr>
          <p:cNvPr id="16" name="Freeform 7">
            <a:extLst>
              <a:ext uri="{FF2B5EF4-FFF2-40B4-BE49-F238E27FC236}">
                <a16:creationId xmlns:a16="http://schemas.microsoft.com/office/drawing/2014/main" id="{EA2D178A-1507-49D0-BC38-D31DA3225452}"/>
              </a:ext>
            </a:extLst>
          </p:cNvPr>
          <p:cNvSpPr/>
          <p:nvPr/>
        </p:nvSpPr>
        <p:spPr>
          <a:xfrm>
            <a:off x="-66011" y="-165463"/>
            <a:ext cx="9866770" cy="10617926"/>
          </a:xfrm>
          <a:custGeom>
            <a:avLst/>
            <a:gdLst/>
            <a:ahLst/>
            <a:cxnLst/>
            <a:rect l="l" t="t" r="r" b="b"/>
            <a:pathLst>
              <a:path w="9182181" h="10287000">
                <a:moveTo>
                  <a:pt x="0" y="0"/>
                </a:moveTo>
                <a:lnTo>
                  <a:pt x="9182181" y="0"/>
                </a:lnTo>
                <a:lnTo>
                  <a:pt x="918218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206" r="-50841"/>
            </a:stretch>
          </a:blipFill>
        </p:spPr>
      </p:sp>
    </p:spTree>
    <p:extLst>
      <p:ext uri="{BB962C8B-B14F-4D97-AF65-F5344CB8AC3E}">
        <p14:creationId xmlns:p14="http://schemas.microsoft.com/office/powerpoint/2010/main" val="4452697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42889" y="4055889"/>
            <a:ext cx="16016411" cy="1623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576"/>
              </a:lnSpc>
            </a:pPr>
            <a:r>
              <a:rPr lang="en-US" sz="10524" spc="1546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AT SUMAIYO RIN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309983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008602" y="319192"/>
            <a:ext cx="1749811" cy="1559188"/>
            <a:chOff x="0" y="0"/>
            <a:chExt cx="2377566" cy="23775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77567" cy="2377567"/>
            </a:xfrm>
            <a:custGeom>
              <a:avLst/>
              <a:gdLst/>
              <a:ahLst/>
              <a:cxnLst/>
              <a:rect l="l" t="t" r="r" b="b"/>
              <a:pathLst>
                <a:path w="2377567" h="2377567">
                  <a:moveTo>
                    <a:pt x="0" y="0"/>
                  </a:moveTo>
                  <a:lnTo>
                    <a:pt x="2377567" y="0"/>
                  </a:lnTo>
                  <a:lnTo>
                    <a:pt x="2377567" y="2377567"/>
                  </a:lnTo>
                  <a:lnTo>
                    <a:pt x="0" y="2377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6535400" y="8039100"/>
            <a:ext cx="2239232" cy="57150"/>
            <a:chOff x="0" y="0"/>
            <a:chExt cx="2985643" cy="76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985643" cy="76200"/>
            </a:xfrm>
            <a:custGeom>
              <a:avLst/>
              <a:gdLst/>
              <a:ahLst/>
              <a:cxnLst/>
              <a:rect l="l" t="t" r="r" b="b"/>
              <a:pathLst>
                <a:path w="2985643" h="76200">
                  <a:moveTo>
                    <a:pt x="0" y="25400"/>
                  </a:moveTo>
                  <a:lnTo>
                    <a:pt x="2985262" y="0"/>
                  </a:lnTo>
                  <a:lnTo>
                    <a:pt x="2985643" y="50800"/>
                  </a:lnTo>
                  <a:lnTo>
                    <a:pt x="508" y="762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noFill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9266968" y="8069992"/>
            <a:ext cx="2239232" cy="57150"/>
            <a:chOff x="0" y="0"/>
            <a:chExt cx="2985643" cy="76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985643" cy="76200"/>
            </a:xfrm>
            <a:custGeom>
              <a:avLst/>
              <a:gdLst/>
              <a:ahLst/>
              <a:cxnLst/>
              <a:rect l="l" t="t" r="r" b="b"/>
              <a:pathLst>
                <a:path w="2985643" h="76200">
                  <a:moveTo>
                    <a:pt x="0" y="25400"/>
                  </a:moveTo>
                  <a:lnTo>
                    <a:pt x="2985262" y="0"/>
                  </a:lnTo>
                  <a:lnTo>
                    <a:pt x="2985643" y="50800"/>
                  </a:lnTo>
                  <a:lnTo>
                    <a:pt x="508" y="762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10601342" y="8983333"/>
            <a:ext cx="6846745" cy="805060"/>
            <a:chOff x="0" y="0"/>
            <a:chExt cx="9128993" cy="107341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129014" cy="1073404"/>
            </a:xfrm>
            <a:custGeom>
              <a:avLst/>
              <a:gdLst/>
              <a:ahLst/>
              <a:cxnLst/>
              <a:rect l="l" t="t" r="r" b="b"/>
              <a:pathLst>
                <a:path w="9129014" h="1073404">
                  <a:moveTo>
                    <a:pt x="0" y="0"/>
                  </a:moveTo>
                  <a:lnTo>
                    <a:pt x="9129014" y="0"/>
                  </a:lnTo>
                  <a:lnTo>
                    <a:pt x="9129014" y="1073404"/>
                  </a:lnTo>
                  <a:lnTo>
                    <a:pt x="0" y="1073404"/>
                  </a:lnTo>
                  <a:close/>
                </a:path>
              </a:pathLst>
            </a:custGeom>
            <a:solidFill>
              <a:srgbClr val="352C2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11512343" y="7734300"/>
            <a:ext cx="5064073" cy="640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1"/>
              </a:lnSpc>
            </a:pPr>
            <a:r>
              <a:rPr lang="en-US" sz="3800" spc="428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Mateo 1, 1 - 17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667778" y="9025018"/>
            <a:ext cx="6713903" cy="626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51"/>
              </a:lnSpc>
            </a:pPr>
            <a:r>
              <a:rPr lang="en-US" sz="3528" spc="409" dirty="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December 17, 2025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800759" y="1952644"/>
            <a:ext cx="8487242" cy="22660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96"/>
              </a:lnSpc>
            </a:pPr>
            <a:r>
              <a:rPr lang="en-US" sz="5400" spc="717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IKATLONG ARAW </a:t>
            </a:r>
          </a:p>
          <a:p>
            <a:pPr algn="ctr">
              <a:lnSpc>
                <a:spcPts val="9196"/>
              </a:lnSpc>
            </a:pPr>
            <a:r>
              <a:rPr lang="en-US" sz="5400" spc="717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800759" y="4381500"/>
            <a:ext cx="8487242" cy="31490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10"/>
              </a:lnSpc>
            </a:pPr>
            <a:r>
              <a:rPr lang="en-US" sz="8936" spc="1063" dirty="0">
                <a:solidFill>
                  <a:srgbClr val="40404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evan"/>
                <a:ea typeface="Bevan"/>
                <a:cs typeface="Bevan"/>
                <a:sym typeface="Bevan"/>
              </a:rPr>
              <a:t>SIMBANG GABI</a:t>
            </a:r>
          </a:p>
        </p:txBody>
      </p:sp>
      <p:sp>
        <p:nvSpPr>
          <p:cNvPr id="16" name="Freeform 7">
            <a:extLst>
              <a:ext uri="{FF2B5EF4-FFF2-40B4-BE49-F238E27FC236}">
                <a16:creationId xmlns:a16="http://schemas.microsoft.com/office/drawing/2014/main" id="{EA2D178A-1507-49D0-BC38-D31DA3225452}"/>
              </a:ext>
            </a:extLst>
          </p:cNvPr>
          <p:cNvSpPr/>
          <p:nvPr/>
        </p:nvSpPr>
        <p:spPr>
          <a:xfrm>
            <a:off x="-66011" y="-165463"/>
            <a:ext cx="9866770" cy="10617926"/>
          </a:xfrm>
          <a:custGeom>
            <a:avLst/>
            <a:gdLst/>
            <a:ahLst/>
            <a:cxnLst/>
            <a:rect l="l" t="t" r="r" b="b"/>
            <a:pathLst>
              <a:path w="9182181" h="10287000">
                <a:moveTo>
                  <a:pt x="0" y="0"/>
                </a:moveTo>
                <a:lnTo>
                  <a:pt x="9182181" y="0"/>
                </a:lnTo>
                <a:lnTo>
                  <a:pt x="918218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206" r="-50841"/>
            </a:stretch>
          </a:blipFill>
        </p:spPr>
      </p:sp>
    </p:spTree>
    <p:extLst>
      <p:ext uri="{BB962C8B-B14F-4D97-AF65-F5344CB8AC3E}">
        <p14:creationId xmlns:p14="http://schemas.microsoft.com/office/powerpoint/2010/main" val="2917495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419123" y="3009900"/>
            <a:ext cx="19126200" cy="5422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576"/>
              </a:lnSpc>
            </a:pPr>
            <a:r>
              <a:rPr lang="en-US" sz="10524" spc="1546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INAAMIN KO SA MAKAPANGYARIHANG DIYOS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309983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419122" y="3505200"/>
            <a:ext cx="19126200" cy="3678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576"/>
              </a:lnSpc>
            </a:pPr>
            <a:r>
              <a:rPr lang="en-US" sz="10524" spc="1546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AT SA INYO MGA KAPATID,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309983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6927" y="2548731"/>
            <a:ext cx="18707078" cy="71667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576"/>
              </a:lnSpc>
            </a:pPr>
            <a:r>
              <a:rPr lang="en-US" sz="10524" spc="1546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NA LUBHA AKONG NAGKASALA SA ISIP, SA SALITA, AT SA GAWA,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309983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13855" y="3448050"/>
            <a:ext cx="18707078" cy="3463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576"/>
              </a:lnSpc>
            </a:pPr>
            <a:r>
              <a:rPr lang="en-US" sz="10524" spc="1546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AT SA AKING PAGKUKULANG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309983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209561" y="3124200"/>
            <a:ext cx="18707078" cy="5422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576"/>
              </a:lnSpc>
            </a:pPr>
            <a:r>
              <a:rPr lang="en-US" sz="10524" spc="1546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KAYA ISINASAMO SA MAHAL NA BIRHENG MARIA,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309983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209561" y="3124200"/>
            <a:ext cx="18707078" cy="5422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576"/>
              </a:lnSpc>
            </a:pPr>
            <a:r>
              <a:rPr lang="en-US" sz="10524" spc="1546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SA LAHAT NG MGA ANGHEL AT MGA BANAL,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309983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209561" y="3657600"/>
            <a:ext cx="18707078" cy="3678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576"/>
              </a:lnSpc>
            </a:pPr>
            <a:r>
              <a:rPr lang="en-US" sz="10524" spc="1546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AT SA INYO MGA KAPATID,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309983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209561" y="2533650"/>
            <a:ext cx="18707078" cy="71667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576"/>
              </a:lnSpc>
            </a:pPr>
            <a:r>
              <a:rPr lang="en-US" sz="10524" spc="1546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NA AKO’Y IPANALANGIN SA PANGINOONG ATING DIYOS.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309983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008602" y="319192"/>
            <a:ext cx="1749811" cy="1559188"/>
            <a:chOff x="0" y="0"/>
            <a:chExt cx="2377566" cy="23775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77567" cy="2377567"/>
            </a:xfrm>
            <a:custGeom>
              <a:avLst/>
              <a:gdLst/>
              <a:ahLst/>
              <a:cxnLst/>
              <a:rect l="l" t="t" r="r" b="b"/>
              <a:pathLst>
                <a:path w="2377567" h="2377567">
                  <a:moveTo>
                    <a:pt x="0" y="0"/>
                  </a:moveTo>
                  <a:lnTo>
                    <a:pt x="2377567" y="0"/>
                  </a:lnTo>
                  <a:lnTo>
                    <a:pt x="2377567" y="2377567"/>
                  </a:lnTo>
                  <a:lnTo>
                    <a:pt x="0" y="2377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6535400" y="8039100"/>
            <a:ext cx="2239232" cy="57150"/>
            <a:chOff x="0" y="0"/>
            <a:chExt cx="2985643" cy="76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985643" cy="76200"/>
            </a:xfrm>
            <a:custGeom>
              <a:avLst/>
              <a:gdLst/>
              <a:ahLst/>
              <a:cxnLst/>
              <a:rect l="l" t="t" r="r" b="b"/>
              <a:pathLst>
                <a:path w="2985643" h="76200">
                  <a:moveTo>
                    <a:pt x="0" y="25400"/>
                  </a:moveTo>
                  <a:lnTo>
                    <a:pt x="2985262" y="0"/>
                  </a:lnTo>
                  <a:lnTo>
                    <a:pt x="2985643" y="50800"/>
                  </a:lnTo>
                  <a:lnTo>
                    <a:pt x="508" y="762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noFill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9266968" y="8069992"/>
            <a:ext cx="2239232" cy="57150"/>
            <a:chOff x="0" y="0"/>
            <a:chExt cx="2985643" cy="76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985643" cy="76200"/>
            </a:xfrm>
            <a:custGeom>
              <a:avLst/>
              <a:gdLst/>
              <a:ahLst/>
              <a:cxnLst/>
              <a:rect l="l" t="t" r="r" b="b"/>
              <a:pathLst>
                <a:path w="2985643" h="76200">
                  <a:moveTo>
                    <a:pt x="0" y="25400"/>
                  </a:moveTo>
                  <a:lnTo>
                    <a:pt x="2985262" y="0"/>
                  </a:lnTo>
                  <a:lnTo>
                    <a:pt x="2985643" y="50800"/>
                  </a:lnTo>
                  <a:lnTo>
                    <a:pt x="508" y="762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10601342" y="8983333"/>
            <a:ext cx="6846745" cy="805060"/>
            <a:chOff x="0" y="0"/>
            <a:chExt cx="9128993" cy="107341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129014" cy="1073404"/>
            </a:xfrm>
            <a:custGeom>
              <a:avLst/>
              <a:gdLst/>
              <a:ahLst/>
              <a:cxnLst/>
              <a:rect l="l" t="t" r="r" b="b"/>
              <a:pathLst>
                <a:path w="9129014" h="1073404">
                  <a:moveTo>
                    <a:pt x="0" y="0"/>
                  </a:moveTo>
                  <a:lnTo>
                    <a:pt x="9129014" y="0"/>
                  </a:lnTo>
                  <a:lnTo>
                    <a:pt x="9129014" y="1073404"/>
                  </a:lnTo>
                  <a:lnTo>
                    <a:pt x="0" y="1073404"/>
                  </a:lnTo>
                  <a:close/>
                </a:path>
              </a:pathLst>
            </a:custGeom>
            <a:solidFill>
              <a:srgbClr val="352C2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11512343" y="7734300"/>
            <a:ext cx="5064073" cy="640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1"/>
              </a:lnSpc>
            </a:pPr>
            <a:r>
              <a:rPr lang="en-US" sz="3800" spc="428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Mateo 1, 1 - 17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667778" y="9025018"/>
            <a:ext cx="6713903" cy="626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51"/>
              </a:lnSpc>
            </a:pPr>
            <a:r>
              <a:rPr lang="en-US" sz="3528" spc="409" dirty="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December 17, 2025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800759" y="1952644"/>
            <a:ext cx="8487242" cy="22660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96"/>
              </a:lnSpc>
            </a:pPr>
            <a:r>
              <a:rPr lang="en-US" sz="5400" spc="717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IKATLONG ARAW </a:t>
            </a:r>
          </a:p>
          <a:p>
            <a:pPr algn="ctr">
              <a:lnSpc>
                <a:spcPts val="9196"/>
              </a:lnSpc>
            </a:pPr>
            <a:r>
              <a:rPr lang="en-US" sz="5400" spc="717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800759" y="4381500"/>
            <a:ext cx="8487242" cy="31490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10"/>
              </a:lnSpc>
            </a:pPr>
            <a:r>
              <a:rPr lang="en-US" sz="8936" spc="1063" dirty="0">
                <a:solidFill>
                  <a:srgbClr val="40404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evan"/>
                <a:ea typeface="Bevan"/>
                <a:cs typeface="Bevan"/>
                <a:sym typeface="Bevan"/>
              </a:rPr>
              <a:t>SIMBANG GABI</a:t>
            </a:r>
          </a:p>
        </p:txBody>
      </p:sp>
      <p:sp>
        <p:nvSpPr>
          <p:cNvPr id="16" name="Freeform 7">
            <a:extLst>
              <a:ext uri="{FF2B5EF4-FFF2-40B4-BE49-F238E27FC236}">
                <a16:creationId xmlns:a16="http://schemas.microsoft.com/office/drawing/2014/main" id="{EA2D178A-1507-49D0-BC38-D31DA3225452}"/>
              </a:ext>
            </a:extLst>
          </p:cNvPr>
          <p:cNvSpPr/>
          <p:nvPr/>
        </p:nvSpPr>
        <p:spPr>
          <a:xfrm>
            <a:off x="-66011" y="-165463"/>
            <a:ext cx="9866770" cy="10617926"/>
          </a:xfrm>
          <a:custGeom>
            <a:avLst/>
            <a:gdLst/>
            <a:ahLst/>
            <a:cxnLst/>
            <a:rect l="l" t="t" r="r" b="b"/>
            <a:pathLst>
              <a:path w="9182181" h="10287000">
                <a:moveTo>
                  <a:pt x="0" y="0"/>
                </a:moveTo>
                <a:lnTo>
                  <a:pt x="9182181" y="0"/>
                </a:lnTo>
                <a:lnTo>
                  <a:pt x="918218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206" r="-50841"/>
            </a:stretch>
          </a:blipFill>
        </p:spPr>
      </p:sp>
    </p:spTree>
    <p:extLst>
      <p:ext uri="{BB962C8B-B14F-4D97-AF65-F5344CB8AC3E}">
        <p14:creationId xmlns:p14="http://schemas.microsoft.com/office/powerpoint/2010/main" val="25990064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627641"/>
            <a:ext cx="16016411" cy="2478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90"/>
              </a:lnSpc>
            </a:pPr>
            <a:r>
              <a:rPr lang="en-US" sz="14024" spc="2061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AMEN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008602" y="319192"/>
            <a:ext cx="1749811" cy="1559188"/>
            <a:chOff x="0" y="0"/>
            <a:chExt cx="2377566" cy="23775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77567" cy="2377567"/>
            </a:xfrm>
            <a:custGeom>
              <a:avLst/>
              <a:gdLst/>
              <a:ahLst/>
              <a:cxnLst/>
              <a:rect l="l" t="t" r="r" b="b"/>
              <a:pathLst>
                <a:path w="2377567" h="2377567">
                  <a:moveTo>
                    <a:pt x="0" y="0"/>
                  </a:moveTo>
                  <a:lnTo>
                    <a:pt x="2377567" y="0"/>
                  </a:lnTo>
                  <a:lnTo>
                    <a:pt x="2377567" y="2377567"/>
                  </a:lnTo>
                  <a:lnTo>
                    <a:pt x="0" y="2377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6535400" y="8039100"/>
            <a:ext cx="2239232" cy="57150"/>
            <a:chOff x="0" y="0"/>
            <a:chExt cx="2985643" cy="76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985643" cy="76200"/>
            </a:xfrm>
            <a:custGeom>
              <a:avLst/>
              <a:gdLst/>
              <a:ahLst/>
              <a:cxnLst/>
              <a:rect l="l" t="t" r="r" b="b"/>
              <a:pathLst>
                <a:path w="2985643" h="76200">
                  <a:moveTo>
                    <a:pt x="0" y="25400"/>
                  </a:moveTo>
                  <a:lnTo>
                    <a:pt x="2985262" y="0"/>
                  </a:lnTo>
                  <a:lnTo>
                    <a:pt x="2985643" y="50800"/>
                  </a:lnTo>
                  <a:lnTo>
                    <a:pt x="508" y="762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noFill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9266968" y="8069992"/>
            <a:ext cx="2239232" cy="57150"/>
            <a:chOff x="0" y="0"/>
            <a:chExt cx="2985643" cy="76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985643" cy="76200"/>
            </a:xfrm>
            <a:custGeom>
              <a:avLst/>
              <a:gdLst/>
              <a:ahLst/>
              <a:cxnLst/>
              <a:rect l="l" t="t" r="r" b="b"/>
              <a:pathLst>
                <a:path w="2985643" h="76200">
                  <a:moveTo>
                    <a:pt x="0" y="25400"/>
                  </a:moveTo>
                  <a:lnTo>
                    <a:pt x="2985262" y="0"/>
                  </a:lnTo>
                  <a:lnTo>
                    <a:pt x="2985643" y="50800"/>
                  </a:lnTo>
                  <a:lnTo>
                    <a:pt x="508" y="762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10601342" y="8983333"/>
            <a:ext cx="6846745" cy="805060"/>
            <a:chOff x="0" y="0"/>
            <a:chExt cx="9128993" cy="107341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129014" cy="1073404"/>
            </a:xfrm>
            <a:custGeom>
              <a:avLst/>
              <a:gdLst/>
              <a:ahLst/>
              <a:cxnLst/>
              <a:rect l="l" t="t" r="r" b="b"/>
              <a:pathLst>
                <a:path w="9129014" h="1073404">
                  <a:moveTo>
                    <a:pt x="0" y="0"/>
                  </a:moveTo>
                  <a:lnTo>
                    <a:pt x="9129014" y="0"/>
                  </a:lnTo>
                  <a:lnTo>
                    <a:pt x="9129014" y="1073404"/>
                  </a:lnTo>
                  <a:lnTo>
                    <a:pt x="0" y="1073404"/>
                  </a:lnTo>
                  <a:close/>
                </a:path>
              </a:pathLst>
            </a:custGeom>
            <a:solidFill>
              <a:srgbClr val="352C2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11512343" y="7734300"/>
            <a:ext cx="5064073" cy="640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1"/>
              </a:lnSpc>
            </a:pPr>
            <a:r>
              <a:rPr lang="en-US" sz="3800" spc="428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Mateo 1, 1 - 17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667778" y="9025018"/>
            <a:ext cx="6713903" cy="626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51"/>
              </a:lnSpc>
            </a:pPr>
            <a:r>
              <a:rPr lang="en-US" sz="3528" spc="409" dirty="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December 17, 2025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800759" y="1952644"/>
            <a:ext cx="8487242" cy="22660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96"/>
              </a:lnSpc>
            </a:pPr>
            <a:r>
              <a:rPr lang="en-US" sz="5400" spc="717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IKATLONG ARAW </a:t>
            </a:r>
          </a:p>
          <a:p>
            <a:pPr algn="ctr">
              <a:lnSpc>
                <a:spcPts val="9196"/>
              </a:lnSpc>
            </a:pPr>
            <a:r>
              <a:rPr lang="en-US" sz="5400" spc="717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800759" y="4381500"/>
            <a:ext cx="8487242" cy="31490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10"/>
              </a:lnSpc>
            </a:pPr>
            <a:r>
              <a:rPr lang="en-US" sz="8936" spc="1063" dirty="0">
                <a:solidFill>
                  <a:srgbClr val="40404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evan"/>
                <a:ea typeface="Bevan"/>
                <a:cs typeface="Bevan"/>
                <a:sym typeface="Bevan"/>
              </a:rPr>
              <a:t>SIMBANG GABI</a:t>
            </a:r>
          </a:p>
        </p:txBody>
      </p:sp>
      <p:sp>
        <p:nvSpPr>
          <p:cNvPr id="16" name="Freeform 7">
            <a:extLst>
              <a:ext uri="{FF2B5EF4-FFF2-40B4-BE49-F238E27FC236}">
                <a16:creationId xmlns:a16="http://schemas.microsoft.com/office/drawing/2014/main" id="{EA2D178A-1507-49D0-BC38-D31DA3225452}"/>
              </a:ext>
            </a:extLst>
          </p:cNvPr>
          <p:cNvSpPr/>
          <p:nvPr/>
        </p:nvSpPr>
        <p:spPr>
          <a:xfrm>
            <a:off x="-66011" y="-165463"/>
            <a:ext cx="9866770" cy="10617926"/>
          </a:xfrm>
          <a:custGeom>
            <a:avLst/>
            <a:gdLst/>
            <a:ahLst/>
            <a:cxnLst/>
            <a:rect l="l" t="t" r="r" b="b"/>
            <a:pathLst>
              <a:path w="9182181" h="10287000">
                <a:moveTo>
                  <a:pt x="0" y="0"/>
                </a:moveTo>
                <a:lnTo>
                  <a:pt x="9182181" y="0"/>
                </a:lnTo>
                <a:lnTo>
                  <a:pt x="918218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206" r="-50841"/>
            </a:stretch>
          </a:blipFill>
        </p:spPr>
      </p:sp>
    </p:spTree>
    <p:extLst>
      <p:ext uri="{BB962C8B-B14F-4D97-AF65-F5344CB8AC3E}">
        <p14:creationId xmlns:p14="http://schemas.microsoft.com/office/powerpoint/2010/main" val="134815170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35771" y="3390900"/>
            <a:ext cx="16016411" cy="53375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576"/>
              </a:lnSpc>
            </a:pPr>
            <a:r>
              <a:rPr lang="en-US" sz="10524" spc="1546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PANGINOON, KAAWAAN MO KAMI.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309983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35771" y="3314700"/>
            <a:ext cx="16016411" cy="5337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576"/>
              </a:lnSpc>
            </a:pPr>
            <a:r>
              <a:rPr lang="en-US" sz="10524" spc="1536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KRISTO, </a:t>
            </a:r>
          </a:p>
          <a:p>
            <a:pPr algn="ctr">
              <a:lnSpc>
                <a:spcPts val="13576"/>
              </a:lnSpc>
            </a:pPr>
            <a:r>
              <a:rPr lang="en-US" sz="10524" spc="1546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KAAWAAN MO KAMI.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309983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35771" y="3314700"/>
            <a:ext cx="16016411" cy="53375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576"/>
              </a:lnSpc>
            </a:pPr>
            <a:r>
              <a:rPr lang="en-US" sz="10524" spc="1546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PANGINOON, KAAWAAN MO KAMI.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309983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008602" y="319192"/>
            <a:ext cx="1749811" cy="1559188"/>
            <a:chOff x="0" y="0"/>
            <a:chExt cx="2377566" cy="23775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77567" cy="2377567"/>
            </a:xfrm>
            <a:custGeom>
              <a:avLst/>
              <a:gdLst/>
              <a:ahLst/>
              <a:cxnLst/>
              <a:rect l="l" t="t" r="r" b="b"/>
              <a:pathLst>
                <a:path w="2377567" h="2377567">
                  <a:moveTo>
                    <a:pt x="0" y="0"/>
                  </a:moveTo>
                  <a:lnTo>
                    <a:pt x="2377567" y="0"/>
                  </a:lnTo>
                  <a:lnTo>
                    <a:pt x="2377567" y="2377567"/>
                  </a:lnTo>
                  <a:lnTo>
                    <a:pt x="0" y="2377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6535400" y="8039100"/>
            <a:ext cx="2239232" cy="57150"/>
            <a:chOff x="0" y="0"/>
            <a:chExt cx="2985643" cy="76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985643" cy="76200"/>
            </a:xfrm>
            <a:custGeom>
              <a:avLst/>
              <a:gdLst/>
              <a:ahLst/>
              <a:cxnLst/>
              <a:rect l="l" t="t" r="r" b="b"/>
              <a:pathLst>
                <a:path w="2985643" h="76200">
                  <a:moveTo>
                    <a:pt x="0" y="25400"/>
                  </a:moveTo>
                  <a:lnTo>
                    <a:pt x="2985262" y="0"/>
                  </a:lnTo>
                  <a:lnTo>
                    <a:pt x="2985643" y="50800"/>
                  </a:lnTo>
                  <a:lnTo>
                    <a:pt x="508" y="762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noFill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9266968" y="8069992"/>
            <a:ext cx="2239232" cy="57150"/>
            <a:chOff x="0" y="0"/>
            <a:chExt cx="2985643" cy="76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985643" cy="76200"/>
            </a:xfrm>
            <a:custGeom>
              <a:avLst/>
              <a:gdLst/>
              <a:ahLst/>
              <a:cxnLst/>
              <a:rect l="l" t="t" r="r" b="b"/>
              <a:pathLst>
                <a:path w="2985643" h="76200">
                  <a:moveTo>
                    <a:pt x="0" y="25400"/>
                  </a:moveTo>
                  <a:lnTo>
                    <a:pt x="2985262" y="0"/>
                  </a:lnTo>
                  <a:lnTo>
                    <a:pt x="2985643" y="50800"/>
                  </a:lnTo>
                  <a:lnTo>
                    <a:pt x="508" y="762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10601342" y="8983333"/>
            <a:ext cx="6846745" cy="805060"/>
            <a:chOff x="0" y="0"/>
            <a:chExt cx="9128993" cy="107341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129014" cy="1073404"/>
            </a:xfrm>
            <a:custGeom>
              <a:avLst/>
              <a:gdLst/>
              <a:ahLst/>
              <a:cxnLst/>
              <a:rect l="l" t="t" r="r" b="b"/>
              <a:pathLst>
                <a:path w="9129014" h="1073404">
                  <a:moveTo>
                    <a:pt x="0" y="0"/>
                  </a:moveTo>
                  <a:lnTo>
                    <a:pt x="9129014" y="0"/>
                  </a:lnTo>
                  <a:lnTo>
                    <a:pt x="9129014" y="1073404"/>
                  </a:lnTo>
                  <a:lnTo>
                    <a:pt x="0" y="1073404"/>
                  </a:lnTo>
                  <a:close/>
                </a:path>
              </a:pathLst>
            </a:custGeom>
            <a:solidFill>
              <a:srgbClr val="352C2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11512343" y="7734300"/>
            <a:ext cx="5064073" cy="640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1"/>
              </a:lnSpc>
            </a:pPr>
            <a:r>
              <a:rPr lang="en-US" sz="3800" spc="428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Mateo 1, 1 - 17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667778" y="9025018"/>
            <a:ext cx="6713903" cy="626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51"/>
              </a:lnSpc>
            </a:pPr>
            <a:r>
              <a:rPr lang="en-US" sz="3528" spc="409" dirty="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December 17, 2025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800759" y="1952644"/>
            <a:ext cx="8487242" cy="22660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96"/>
              </a:lnSpc>
            </a:pPr>
            <a:r>
              <a:rPr lang="en-US" sz="5400" spc="717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IKATLONG ARAW </a:t>
            </a:r>
          </a:p>
          <a:p>
            <a:pPr algn="ctr">
              <a:lnSpc>
                <a:spcPts val="9196"/>
              </a:lnSpc>
            </a:pPr>
            <a:r>
              <a:rPr lang="en-US" sz="5400" spc="717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800759" y="4381500"/>
            <a:ext cx="8487242" cy="31490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10"/>
              </a:lnSpc>
            </a:pPr>
            <a:r>
              <a:rPr lang="en-US" sz="8936" spc="1063" dirty="0">
                <a:solidFill>
                  <a:srgbClr val="40404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evan"/>
                <a:ea typeface="Bevan"/>
                <a:cs typeface="Bevan"/>
                <a:sym typeface="Bevan"/>
              </a:rPr>
              <a:t>SIMBANG GABI</a:t>
            </a:r>
          </a:p>
        </p:txBody>
      </p:sp>
      <p:sp>
        <p:nvSpPr>
          <p:cNvPr id="16" name="Freeform 7">
            <a:extLst>
              <a:ext uri="{FF2B5EF4-FFF2-40B4-BE49-F238E27FC236}">
                <a16:creationId xmlns:a16="http://schemas.microsoft.com/office/drawing/2014/main" id="{EA2D178A-1507-49D0-BC38-D31DA3225452}"/>
              </a:ext>
            </a:extLst>
          </p:cNvPr>
          <p:cNvSpPr/>
          <p:nvPr/>
        </p:nvSpPr>
        <p:spPr>
          <a:xfrm>
            <a:off x="-66011" y="-165463"/>
            <a:ext cx="9866770" cy="10617926"/>
          </a:xfrm>
          <a:custGeom>
            <a:avLst/>
            <a:gdLst/>
            <a:ahLst/>
            <a:cxnLst/>
            <a:rect l="l" t="t" r="r" b="b"/>
            <a:pathLst>
              <a:path w="9182181" h="10287000">
                <a:moveTo>
                  <a:pt x="0" y="0"/>
                </a:moveTo>
                <a:lnTo>
                  <a:pt x="9182181" y="0"/>
                </a:lnTo>
                <a:lnTo>
                  <a:pt x="918218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206" r="-50841"/>
            </a:stretch>
          </a:blipFill>
        </p:spPr>
      </p:sp>
    </p:spTree>
    <p:extLst>
      <p:ext uri="{BB962C8B-B14F-4D97-AF65-F5344CB8AC3E}">
        <p14:creationId xmlns:p14="http://schemas.microsoft.com/office/powerpoint/2010/main" val="364363320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9729" y="3732987"/>
            <a:ext cx="8908543" cy="2478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90"/>
              </a:lnSpc>
            </a:pPr>
            <a:r>
              <a:rPr lang="en-US" sz="14024" spc="2061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AMEN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35771" y="2705100"/>
            <a:ext cx="16016411" cy="6934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523"/>
              </a:lnSpc>
            </a:pPr>
            <a:r>
              <a:rPr lang="en-US" sz="10524" spc="1546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PAGPAPAHAYAG</a:t>
            </a:r>
          </a:p>
          <a:p>
            <a:pPr algn="ctr">
              <a:lnSpc>
                <a:spcPts val="16523"/>
              </a:lnSpc>
            </a:pPr>
            <a:r>
              <a:rPr lang="en-US" sz="10524" spc="1546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 NG </a:t>
            </a:r>
          </a:p>
          <a:p>
            <a:pPr algn="ctr">
              <a:lnSpc>
                <a:spcPts val="16523"/>
              </a:lnSpc>
            </a:pPr>
            <a:r>
              <a:rPr lang="en-US" sz="10524" spc="1546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SALITA NG DIYOS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47590" y="-495300"/>
            <a:ext cx="18583180" cy="11041379"/>
            <a:chOff x="0" y="0"/>
            <a:chExt cx="24777573" cy="1472183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777573" cy="14721839"/>
            </a:xfrm>
            <a:custGeom>
              <a:avLst/>
              <a:gdLst/>
              <a:ahLst/>
              <a:cxnLst/>
              <a:rect l="l" t="t" r="r" b="b"/>
              <a:pathLst>
                <a:path w="24777573" h="14721839">
                  <a:moveTo>
                    <a:pt x="0" y="0"/>
                  </a:moveTo>
                  <a:lnTo>
                    <a:pt x="24777573" y="0"/>
                  </a:lnTo>
                  <a:lnTo>
                    <a:pt x="24777573" y="14721839"/>
                  </a:lnTo>
                  <a:lnTo>
                    <a:pt x="0" y="14721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807" b="-807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2286000" y="457871"/>
            <a:ext cx="13853556" cy="2458286"/>
          </a:xfrm>
          <a:custGeom>
            <a:avLst/>
            <a:gdLst/>
            <a:ahLst/>
            <a:cxnLst/>
            <a:rect l="l" t="t" r="r" b="b"/>
            <a:pathLst>
              <a:path w="13853556" h="2458286">
                <a:moveTo>
                  <a:pt x="0" y="0"/>
                </a:moveTo>
                <a:lnTo>
                  <a:pt x="13853556" y="0"/>
                </a:lnTo>
                <a:lnTo>
                  <a:pt x="13853556" y="2458286"/>
                </a:lnTo>
                <a:lnTo>
                  <a:pt x="0" y="24582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157" b="-157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800600" y="733266"/>
            <a:ext cx="8686800" cy="2068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65"/>
              </a:lnSpc>
            </a:pPr>
            <a:r>
              <a:rPr lang="en-US" sz="5325" spc="781" dirty="0">
                <a:solidFill>
                  <a:srgbClr val="595959"/>
                </a:solidFill>
                <a:latin typeface="Yeseva One"/>
                <a:ea typeface="Yeseva One"/>
                <a:cs typeface="Yeseva One"/>
                <a:sym typeface="Yeseva One"/>
              </a:rPr>
              <a:t>UNANG PAGBASA</a:t>
            </a:r>
          </a:p>
          <a:p>
            <a:pPr algn="ctr">
              <a:lnSpc>
                <a:spcPts val="7062"/>
              </a:lnSpc>
            </a:pPr>
            <a:r>
              <a:rPr lang="en-US" sz="2825" spc="415" dirty="0">
                <a:solidFill>
                  <a:srgbClr val="595959"/>
                </a:solidFill>
                <a:latin typeface="Yeseva One"/>
                <a:ea typeface="Yeseva One"/>
                <a:cs typeface="Yeseva One"/>
                <a:sym typeface="Yeseva One"/>
              </a:rPr>
              <a:t>( Genesis 49, 2. 8-10 )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83137" y="3396738"/>
            <a:ext cx="17259282" cy="32573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674"/>
              </a:lnSpc>
            </a:pPr>
            <a:r>
              <a:rPr lang="en-US" sz="11799" spc="1443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MULA SA AKLAT NG GENESIS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35794" y="2934841"/>
            <a:ext cx="16016411" cy="5842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641"/>
              </a:lnSpc>
            </a:pPr>
            <a:r>
              <a:rPr lang="en-US" sz="14500" spc="1782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SALAMAT </a:t>
            </a:r>
          </a:p>
          <a:p>
            <a:pPr algn="ctr">
              <a:lnSpc>
                <a:spcPts val="15641"/>
              </a:lnSpc>
            </a:pPr>
            <a:r>
              <a:rPr lang="en-US" sz="14500" spc="1782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SA </a:t>
            </a:r>
          </a:p>
          <a:p>
            <a:pPr algn="ctr">
              <a:lnSpc>
                <a:spcPts val="15641"/>
              </a:lnSpc>
            </a:pPr>
            <a:r>
              <a:rPr lang="en-US" sz="14500" spc="1782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DIYOS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4724" y="3197444"/>
            <a:ext cx="17838551" cy="6324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071"/>
              </a:lnSpc>
            </a:pPr>
            <a:r>
              <a:rPr lang="en-US" sz="9800" spc="1204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MABUBUHAY S’YANG MARANGAL AT SASAGANA KAILANMAN</a:t>
            </a:r>
          </a:p>
        </p:txBody>
      </p:sp>
      <p:sp>
        <p:nvSpPr>
          <p:cNvPr id="3" name="Freeform 3"/>
          <p:cNvSpPr/>
          <p:nvPr/>
        </p:nvSpPr>
        <p:spPr>
          <a:xfrm>
            <a:off x="2257735" y="302760"/>
            <a:ext cx="13853556" cy="2458286"/>
          </a:xfrm>
          <a:custGeom>
            <a:avLst/>
            <a:gdLst/>
            <a:ahLst/>
            <a:cxnLst/>
            <a:rect l="l" t="t" r="r" b="b"/>
            <a:pathLst>
              <a:path w="13853556" h="2458286">
                <a:moveTo>
                  <a:pt x="0" y="0"/>
                </a:moveTo>
                <a:lnTo>
                  <a:pt x="13853556" y="0"/>
                </a:lnTo>
                <a:lnTo>
                  <a:pt x="13853556" y="2458286"/>
                </a:lnTo>
                <a:lnTo>
                  <a:pt x="0" y="24582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57" b="-157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135793" y="764876"/>
            <a:ext cx="16016411" cy="1856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76"/>
              </a:lnSpc>
            </a:pPr>
            <a:r>
              <a:rPr lang="en-US" sz="5224" spc="765" dirty="0">
                <a:solidFill>
                  <a:srgbClr val="595959"/>
                </a:solidFill>
                <a:latin typeface="Yeseva One"/>
                <a:ea typeface="Yeseva One"/>
                <a:cs typeface="Yeseva One"/>
                <a:sym typeface="Yeseva One"/>
              </a:rPr>
              <a:t>SALMONG TUGUNAN:</a:t>
            </a:r>
          </a:p>
          <a:p>
            <a:pPr algn="ctr">
              <a:lnSpc>
                <a:spcPts val="5151"/>
              </a:lnSpc>
            </a:pPr>
            <a:r>
              <a:rPr lang="en-US" sz="2724" spc="398" dirty="0">
                <a:solidFill>
                  <a:srgbClr val="595959"/>
                </a:solidFill>
                <a:latin typeface="Yeseva One"/>
                <a:ea typeface="Yeseva One"/>
                <a:cs typeface="Yeseva One"/>
                <a:sym typeface="Yeseva One"/>
              </a:rPr>
              <a:t>( Salmo 71, 2. 3-4ab. 7-8, 17)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008602" y="319192"/>
            <a:ext cx="1749811" cy="1559188"/>
            <a:chOff x="0" y="0"/>
            <a:chExt cx="2377566" cy="23775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77567" cy="2377567"/>
            </a:xfrm>
            <a:custGeom>
              <a:avLst/>
              <a:gdLst/>
              <a:ahLst/>
              <a:cxnLst/>
              <a:rect l="l" t="t" r="r" b="b"/>
              <a:pathLst>
                <a:path w="2377567" h="2377567">
                  <a:moveTo>
                    <a:pt x="0" y="0"/>
                  </a:moveTo>
                  <a:lnTo>
                    <a:pt x="2377567" y="0"/>
                  </a:lnTo>
                  <a:lnTo>
                    <a:pt x="2377567" y="2377567"/>
                  </a:lnTo>
                  <a:lnTo>
                    <a:pt x="0" y="2377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6535400" y="8039100"/>
            <a:ext cx="2239232" cy="57150"/>
            <a:chOff x="0" y="0"/>
            <a:chExt cx="2985643" cy="76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985643" cy="76200"/>
            </a:xfrm>
            <a:custGeom>
              <a:avLst/>
              <a:gdLst/>
              <a:ahLst/>
              <a:cxnLst/>
              <a:rect l="l" t="t" r="r" b="b"/>
              <a:pathLst>
                <a:path w="2985643" h="76200">
                  <a:moveTo>
                    <a:pt x="0" y="25400"/>
                  </a:moveTo>
                  <a:lnTo>
                    <a:pt x="2985262" y="0"/>
                  </a:lnTo>
                  <a:lnTo>
                    <a:pt x="2985643" y="50800"/>
                  </a:lnTo>
                  <a:lnTo>
                    <a:pt x="508" y="762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noFill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9266968" y="8069992"/>
            <a:ext cx="2239232" cy="57150"/>
            <a:chOff x="0" y="0"/>
            <a:chExt cx="2985643" cy="76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985643" cy="76200"/>
            </a:xfrm>
            <a:custGeom>
              <a:avLst/>
              <a:gdLst/>
              <a:ahLst/>
              <a:cxnLst/>
              <a:rect l="l" t="t" r="r" b="b"/>
              <a:pathLst>
                <a:path w="2985643" h="76200">
                  <a:moveTo>
                    <a:pt x="0" y="25400"/>
                  </a:moveTo>
                  <a:lnTo>
                    <a:pt x="2985262" y="0"/>
                  </a:lnTo>
                  <a:lnTo>
                    <a:pt x="2985643" y="50800"/>
                  </a:lnTo>
                  <a:lnTo>
                    <a:pt x="508" y="762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10601342" y="8983333"/>
            <a:ext cx="6846745" cy="805060"/>
            <a:chOff x="0" y="0"/>
            <a:chExt cx="9128993" cy="107341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129014" cy="1073404"/>
            </a:xfrm>
            <a:custGeom>
              <a:avLst/>
              <a:gdLst/>
              <a:ahLst/>
              <a:cxnLst/>
              <a:rect l="l" t="t" r="r" b="b"/>
              <a:pathLst>
                <a:path w="9129014" h="1073404">
                  <a:moveTo>
                    <a:pt x="0" y="0"/>
                  </a:moveTo>
                  <a:lnTo>
                    <a:pt x="9129014" y="0"/>
                  </a:lnTo>
                  <a:lnTo>
                    <a:pt x="9129014" y="1073404"/>
                  </a:lnTo>
                  <a:lnTo>
                    <a:pt x="0" y="1073404"/>
                  </a:lnTo>
                  <a:close/>
                </a:path>
              </a:pathLst>
            </a:custGeom>
            <a:solidFill>
              <a:srgbClr val="352C2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11512343" y="7734300"/>
            <a:ext cx="5064073" cy="640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1"/>
              </a:lnSpc>
            </a:pPr>
            <a:r>
              <a:rPr lang="en-US" sz="3800" spc="428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Mateo 1, 1 - 17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667778" y="9025018"/>
            <a:ext cx="6713903" cy="626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51"/>
              </a:lnSpc>
            </a:pPr>
            <a:r>
              <a:rPr lang="en-US" sz="3528" spc="409" dirty="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December 17, 2025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800759" y="1952644"/>
            <a:ext cx="8487242" cy="22660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96"/>
              </a:lnSpc>
            </a:pPr>
            <a:r>
              <a:rPr lang="en-US" sz="5400" spc="717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IKATLONG ARAW </a:t>
            </a:r>
          </a:p>
          <a:p>
            <a:pPr algn="ctr">
              <a:lnSpc>
                <a:spcPts val="9196"/>
              </a:lnSpc>
            </a:pPr>
            <a:r>
              <a:rPr lang="en-US" sz="5400" spc="717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800759" y="4381500"/>
            <a:ext cx="8487242" cy="31490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10"/>
              </a:lnSpc>
            </a:pPr>
            <a:r>
              <a:rPr lang="en-US" sz="8936" spc="1063" dirty="0">
                <a:solidFill>
                  <a:srgbClr val="40404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evan"/>
                <a:ea typeface="Bevan"/>
                <a:cs typeface="Bevan"/>
                <a:sym typeface="Bevan"/>
              </a:rPr>
              <a:t>SIMBANG GABI</a:t>
            </a:r>
          </a:p>
        </p:txBody>
      </p:sp>
      <p:sp>
        <p:nvSpPr>
          <p:cNvPr id="16" name="Freeform 7">
            <a:extLst>
              <a:ext uri="{FF2B5EF4-FFF2-40B4-BE49-F238E27FC236}">
                <a16:creationId xmlns:a16="http://schemas.microsoft.com/office/drawing/2014/main" id="{EA2D178A-1507-49D0-BC38-D31DA3225452}"/>
              </a:ext>
            </a:extLst>
          </p:cNvPr>
          <p:cNvSpPr/>
          <p:nvPr/>
        </p:nvSpPr>
        <p:spPr>
          <a:xfrm>
            <a:off x="-66011" y="-165463"/>
            <a:ext cx="9866770" cy="10617926"/>
          </a:xfrm>
          <a:custGeom>
            <a:avLst/>
            <a:gdLst/>
            <a:ahLst/>
            <a:cxnLst/>
            <a:rect l="l" t="t" r="r" b="b"/>
            <a:pathLst>
              <a:path w="9182181" h="10287000">
                <a:moveTo>
                  <a:pt x="0" y="0"/>
                </a:moveTo>
                <a:lnTo>
                  <a:pt x="9182181" y="0"/>
                </a:lnTo>
                <a:lnTo>
                  <a:pt x="918218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206" r="-50841"/>
            </a:stretch>
          </a:blipFill>
        </p:spPr>
      </p:sp>
    </p:spTree>
    <p:extLst>
      <p:ext uri="{BB962C8B-B14F-4D97-AF65-F5344CB8AC3E}">
        <p14:creationId xmlns:p14="http://schemas.microsoft.com/office/powerpoint/2010/main" val="398258373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676" y="1714500"/>
            <a:ext cx="16230601" cy="8377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52"/>
              </a:lnSpc>
            </a:pPr>
            <a:r>
              <a:rPr lang="en-US" sz="8341" spc="1225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HANAPIN MO ANG KAHARIAN NG DIYOS,</a:t>
            </a:r>
          </a:p>
          <a:p>
            <a:pPr algn="ctr">
              <a:lnSpc>
                <a:spcPts val="16852"/>
              </a:lnSpc>
            </a:pPr>
            <a:r>
              <a:rPr lang="en-US" sz="8341" spc="1225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AT ANG KANIYANG KALOOBAN,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65358" y="377253"/>
            <a:ext cx="2507933" cy="959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86"/>
              </a:lnSpc>
            </a:pPr>
            <a:r>
              <a:rPr lang="en-US" sz="4100" spc="475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Alleluia 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8153473" y="57761"/>
            <a:ext cx="1981010" cy="1981010"/>
            <a:chOff x="0" y="0"/>
            <a:chExt cx="2641347" cy="264134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47531" y="2400300"/>
            <a:ext cx="16992891" cy="6986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29"/>
              </a:lnSpc>
            </a:pPr>
            <a:r>
              <a:rPr lang="en-US" sz="9600" spc="1341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AT ANG LAHAT AY IBIBIGAY SAYO,</a:t>
            </a:r>
          </a:p>
          <a:p>
            <a:pPr algn="ctr">
              <a:lnSpc>
                <a:spcPts val="17429"/>
              </a:lnSpc>
            </a:pPr>
            <a:r>
              <a:rPr lang="en-US" sz="9600" spc="1341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ALLELU- , ALLELUIA.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008602" y="319192"/>
            <a:ext cx="1749811" cy="1559188"/>
            <a:chOff x="0" y="0"/>
            <a:chExt cx="2377566" cy="23775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77567" cy="2377567"/>
            </a:xfrm>
            <a:custGeom>
              <a:avLst/>
              <a:gdLst/>
              <a:ahLst/>
              <a:cxnLst/>
              <a:rect l="l" t="t" r="r" b="b"/>
              <a:pathLst>
                <a:path w="2377567" h="2377567">
                  <a:moveTo>
                    <a:pt x="0" y="0"/>
                  </a:moveTo>
                  <a:lnTo>
                    <a:pt x="2377567" y="0"/>
                  </a:lnTo>
                  <a:lnTo>
                    <a:pt x="2377567" y="2377567"/>
                  </a:lnTo>
                  <a:lnTo>
                    <a:pt x="0" y="2377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6535400" y="8039100"/>
            <a:ext cx="2239232" cy="57150"/>
            <a:chOff x="0" y="0"/>
            <a:chExt cx="2985643" cy="76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985643" cy="76200"/>
            </a:xfrm>
            <a:custGeom>
              <a:avLst/>
              <a:gdLst/>
              <a:ahLst/>
              <a:cxnLst/>
              <a:rect l="l" t="t" r="r" b="b"/>
              <a:pathLst>
                <a:path w="2985643" h="76200">
                  <a:moveTo>
                    <a:pt x="0" y="25400"/>
                  </a:moveTo>
                  <a:lnTo>
                    <a:pt x="2985262" y="0"/>
                  </a:lnTo>
                  <a:lnTo>
                    <a:pt x="2985643" y="50800"/>
                  </a:lnTo>
                  <a:lnTo>
                    <a:pt x="508" y="762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noFill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9266968" y="8069992"/>
            <a:ext cx="2239232" cy="57150"/>
            <a:chOff x="0" y="0"/>
            <a:chExt cx="2985643" cy="76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985643" cy="76200"/>
            </a:xfrm>
            <a:custGeom>
              <a:avLst/>
              <a:gdLst/>
              <a:ahLst/>
              <a:cxnLst/>
              <a:rect l="l" t="t" r="r" b="b"/>
              <a:pathLst>
                <a:path w="2985643" h="76200">
                  <a:moveTo>
                    <a:pt x="0" y="25400"/>
                  </a:moveTo>
                  <a:lnTo>
                    <a:pt x="2985262" y="0"/>
                  </a:lnTo>
                  <a:lnTo>
                    <a:pt x="2985643" y="50800"/>
                  </a:lnTo>
                  <a:lnTo>
                    <a:pt x="508" y="762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10601342" y="8983333"/>
            <a:ext cx="6846745" cy="805060"/>
            <a:chOff x="0" y="0"/>
            <a:chExt cx="9128993" cy="107341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129014" cy="1073404"/>
            </a:xfrm>
            <a:custGeom>
              <a:avLst/>
              <a:gdLst/>
              <a:ahLst/>
              <a:cxnLst/>
              <a:rect l="l" t="t" r="r" b="b"/>
              <a:pathLst>
                <a:path w="9129014" h="1073404">
                  <a:moveTo>
                    <a:pt x="0" y="0"/>
                  </a:moveTo>
                  <a:lnTo>
                    <a:pt x="9129014" y="0"/>
                  </a:lnTo>
                  <a:lnTo>
                    <a:pt x="9129014" y="1073404"/>
                  </a:lnTo>
                  <a:lnTo>
                    <a:pt x="0" y="1073404"/>
                  </a:lnTo>
                  <a:close/>
                </a:path>
              </a:pathLst>
            </a:custGeom>
            <a:solidFill>
              <a:srgbClr val="352C2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11512343" y="7734300"/>
            <a:ext cx="5064073" cy="640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1"/>
              </a:lnSpc>
            </a:pPr>
            <a:r>
              <a:rPr lang="en-US" sz="3800" spc="428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Mateo 1, 1 - 17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667778" y="9025018"/>
            <a:ext cx="6713903" cy="626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51"/>
              </a:lnSpc>
            </a:pPr>
            <a:r>
              <a:rPr lang="en-US" sz="3528" spc="409" dirty="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December 17, 2025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800759" y="1952644"/>
            <a:ext cx="8487242" cy="22660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96"/>
              </a:lnSpc>
            </a:pPr>
            <a:r>
              <a:rPr lang="en-US" sz="5400" spc="717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IKATLONG ARAW </a:t>
            </a:r>
          </a:p>
          <a:p>
            <a:pPr algn="ctr">
              <a:lnSpc>
                <a:spcPts val="9196"/>
              </a:lnSpc>
            </a:pPr>
            <a:r>
              <a:rPr lang="en-US" sz="5400" spc="717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800759" y="4381500"/>
            <a:ext cx="8487242" cy="31490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10"/>
              </a:lnSpc>
            </a:pPr>
            <a:r>
              <a:rPr lang="en-US" sz="8936" spc="1063" dirty="0">
                <a:solidFill>
                  <a:srgbClr val="40404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evan"/>
                <a:ea typeface="Bevan"/>
                <a:cs typeface="Bevan"/>
                <a:sym typeface="Bevan"/>
              </a:rPr>
              <a:t>SIMBANG GABI</a:t>
            </a:r>
          </a:p>
        </p:txBody>
      </p:sp>
      <p:sp>
        <p:nvSpPr>
          <p:cNvPr id="16" name="Freeform 7">
            <a:extLst>
              <a:ext uri="{FF2B5EF4-FFF2-40B4-BE49-F238E27FC236}">
                <a16:creationId xmlns:a16="http://schemas.microsoft.com/office/drawing/2014/main" id="{EA2D178A-1507-49D0-BC38-D31DA3225452}"/>
              </a:ext>
            </a:extLst>
          </p:cNvPr>
          <p:cNvSpPr/>
          <p:nvPr/>
        </p:nvSpPr>
        <p:spPr>
          <a:xfrm>
            <a:off x="-66011" y="-165463"/>
            <a:ext cx="9866770" cy="10617926"/>
          </a:xfrm>
          <a:custGeom>
            <a:avLst/>
            <a:gdLst/>
            <a:ahLst/>
            <a:cxnLst/>
            <a:rect l="l" t="t" r="r" b="b"/>
            <a:pathLst>
              <a:path w="9182181" h="10287000">
                <a:moveTo>
                  <a:pt x="0" y="0"/>
                </a:moveTo>
                <a:lnTo>
                  <a:pt x="9182181" y="0"/>
                </a:lnTo>
                <a:lnTo>
                  <a:pt x="918218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206" r="-50841"/>
            </a:stretch>
          </a:blipFill>
        </p:spPr>
      </p:sp>
    </p:spTree>
    <p:extLst>
      <p:ext uri="{BB962C8B-B14F-4D97-AF65-F5344CB8AC3E}">
        <p14:creationId xmlns:p14="http://schemas.microsoft.com/office/powerpoint/2010/main" val="213914477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35772" y="4143375"/>
            <a:ext cx="16016411" cy="3345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576"/>
              </a:lnSpc>
            </a:pPr>
            <a:r>
              <a:rPr lang="en-US" sz="12600" spc="1546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AT SUMAIYO</a:t>
            </a:r>
          </a:p>
          <a:p>
            <a:pPr algn="ctr">
              <a:lnSpc>
                <a:spcPts val="13576"/>
              </a:lnSpc>
            </a:pPr>
            <a:r>
              <a:rPr lang="en-US" sz="12600" spc="1546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 RIN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35772" y="3762375"/>
            <a:ext cx="16016411" cy="3345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576"/>
              </a:lnSpc>
            </a:pPr>
            <a:r>
              <a:rPr lang="en-US" sz="12600" spc="1546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PAPURI SA IYO, PANGINOON.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07094" y="-529590"/>
            <a:ext cx="18583180" cy="11041379"/>
            <a:chOff x="0" y="0"/>
            <a:chExt cx="24777573" cy="1472183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777573" cy="14721839"/>
            </a:xfrm>
            <a:custGeom>
              <a:avLst/>
              <a:gdLst/>
              <a:ahLst/>
              <a:cxnLst/>
              <a:rect l="l" t="t" r="r" b="b"/>
              <a:pathLst>
                <a:path w="24777573" h="14721839">
                  <a:moveTo>
                    <a:pt x="0" y="0"/>
                  </a:moveTo>
                  <a:lnTo>
                    <a:pt x="24777573" y="0"/>
                  </a:lnTo>
                  <a:lnTo>
                    <a:pt x="24777573" y="14721839"/>
                  </a:lnTo>
                  <a:lnTo>
                    <a:pt x="0" y="14721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807" b="-807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2257735" y="302760"/>
            <a:ext cx="13853556" cy="2458286"/>
          </a:xfrm>
          <a:custGeom>
            <a:avLst/>
            <a:gdLst/>
            <a:ahLst/>
            <a:cxnLst/>
            <a:rect l="l" t="t" r="r" b="b"/>
            <a:pathLst>
              <a:path w="13853556" h="2458286">
                <a:moveTo>
                  <a:pt x="0" y="0"/>
                </a:moveTo>
                <a:lnTo>
                  <a:pt x="13853556" y="0"/>
                </a:lnTo>
                <a:lnTo>
                  <a:pt x="13853556" y="2458286"/>
                </a:lnTo>
                <a:lnTo>
                  <a:pt x="0" y="24582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157" b="-157"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5" name="TextBox 5"/>
          <p:cNvSpPr txBox="1"/>
          <p:nvPr/>
        </p:nvSpPr>
        <p:spPr>
          <a:xfrm>
            <a:off x="3109540" y="683311"/>
            <a:ext cx="12149912" cy="1769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99"/>
              </a:lnSpc>
            </a:pPr>
            <a:r>
              <a:rPr lang="en-US" sz="5400" spc="737" dirty="0">
                <a:solidFill>
                  <a:srgbClr val="595959"/>
                </a:solidFill>
                <a:latin typeface="Yeseva One"/>
                <a:ea typeface="Yeseva One"/>
                <a:cs typeface="Yeseva One"/>
                <a:sym typeface="Yeseva One"/>
              </a:rPr>
              <a:t>MABUTING BALITA</a:t>
            </a:r>
          </a:p>
          <a:p>
            <a:pPr algn="ctr">
              <a:lnSpc>
                <a:spcPts val="4773"/>
              </a:lnSpc>
            </a:pPr>
            <a:r>
              <a:rPr lang="en-US" sz="2799" spc="368" dirty="0">
                <a:solidFill>
                  <a:srgbClr val="595959"/>
                </a:solidFill>
                <a:latin typeface="Yeseva One"/>
                <a:ea typeface="Yeseva One"/>
                <a:cs typeface="Yeseva One"/>
                <a:sym typeface="Yeseva One"/>
              </a:rPr>
              <a:t>( Mateo 1, 1 – 17 )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-1019453" y="3543300"/>
            <a:ext cx="20326906" cy="3257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74"/>
              </a:lnSpc>
            </a:pPr>
            <a:r>
              <a:rPr lang="en-US" sz="13000" spc="1444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AYON KAY </a:t>
            </a:r>
          </a:p>
          <a:p>
            <a:pPr algn="ctr">
              <a:lnSpc>
                <a:spcPts val="12674"/>
              </a:lnSpc>
            </a:pPr>
            <a:r>
              <a:rPr lang="en-US" sz="13000" spc="1444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SAN MATEO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1075" y="2781300"/>
            <a:ext cx="16765803" cy="7006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623"/>
              </a:lnSpc>
            </a:pPr>
            <a:r>
              <a:rPr lang="en-US" sz="10324" spc="1516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PINUPURI KA NAMIN,</a:t>
            </a:r>
          </a:p>
          <a:p>
            <a:pPr algn="ctr">
              <a:lnSpc>
                <a:spcPts val="16623"/>
              </a:lnSpc>
            </a:pPr>
            <a:r>
              <a:rPr lang="en-US" sz="10324" spc="1516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PANGINOONG HESUKRISTO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558489"/>
            <a:ext cx="16016411" cy="2550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478"/>
              </a:lnSpc>
            </a:pPr>
            <a:r>
              <a:rPr lang="en-US" sz="14324" spc="2104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HOMILIYA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673325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008602" y="319192"/>
            <a:ext cx="1749811" cy="1559188"/>
            <a:chOff x="0" y="0"/>
            <a:chExt cx="2377566" cy="23775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77567" cy="2377567"/>
            </a:xfrm>
            <a:custGeom>
              <a:avLst/>
              <a:gdLst/>
              <a:ahLst/>
              <a:cxnLst/>
              <a:rect l="l" t="t" r="r" b="b"/>
              <a:pathLst>
                <a:path w="2377567" h="2377567">
                  <a:moveTo>
                    <a:pt x="0" y="0"/>
                  </a:moveTo>
                  <a:lnTo>
                    <a:pt x="2377567" y="0"/>
                  </a:lnTo>
                  <a:lnTo>
                    <a:pt x="2377567" y="2377567"/>
                  </a:lnTo>
                  <a:lnTo>
                    <a:pt x="0" y="2377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6535400" y="8039100"/>
            <a:ext cx="2239232" cy="57150"/>
            <a:chOff x="0" y="0"/>
            <a:chExt cx="2985643" cy="76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985643" cy="76200"/>
            </a:xfrm>
            <a:custGeom>
              <a:avLst/>
              <a:gdLst/>
              <a:ahLst/>
              <a:cxnLst/>
              <a:rect l="l" t="t" r="r" b="b"/>
              <a:pathLst>
                <a:path w="2985643" h="76200">
                  <a:moveTo>
                    <a:pt x="0" y="25400"/>
                  </a:moveTo>
                  <a:lnTo>
                    <a:pt x="2985262" y="0"/>
                  </a:lnTo>
                  <a:lnTo>
                    <a:pt x="2985643" y="50800"/>
                  </a:lnTo>
                  <a:lnTo>
                    <a:pt x="508" y="762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noFill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9266968" y="8069992"/>
            <a:ext cx="2239232" cy="57150"/>
            <a:chOff x="0" y="0"/>
            <a:chExt cx="2985643" cy="76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985643" cy="76200"/>
            </a:xfrm>
            <a:custGeom>
              <a:avLst/>
              <a:gdLst/>
              <a:ahLst/>
              <a:cxnLst/>
              <a:rect l="l" t="t" r="r" b="b"/>
              <a:pathLst>
                <a:path w="2985643" h="76200">
                  <a:moveTo>
                    <a:pt x="0" y="25400"/>
                  </a:moveTo>
                  <a:lnTo>
                    <a:pt x="2985262" y="0"/>
                  </a:lnTo>
                  <a:lnTo>
                    <a:pt x="2985643" y="50800"/>
                  </a:lnTo>
                  <a:lnTo>
                    <a:pt x="508" y="762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10601342" y="8983333"/>
            <a:ext cx="6846745" cy="805060"/>
            <a:chOff x="0" y="0"/>
            <a:chExt cx="9128993" cy="107341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129014" cy="1073404"/>
            </a:xfrm>
            <a:custGeom>
              <a:avLst/>
              <a:gdLst/>
              <a:ahLst/>
              <a:cxnLst/>
              <a:rect l="l" t="t" r="r" b="b"/>
              <a:pathLst>
                <a:path w="9129014" h="1073404">
                  <a:moveTo>
                    <a:pt x="0" y="0"/>
                  </a:moveTo>
                  <a:lnTo>
                    <a:pt x="9129014" y="0"/>
                  </a:lnTo>
                  <a:lnTo>
                    <a:pt x="9129014" y="1073404"/>
                  </a:lnTo>
                  <a:lnTo>
                    <a:pt x="0" y="1073404"/>
                  </a:lnTo>
                  <a:close/>
                </a:path>
              </a:pathLst>
            </a:custGeom>
            <a:solidFill>
              <a:srgbClr val="352C2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11512343" y="7734300"/>
            <a:ext cx="5064073" cy="640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1"/>
              </a:lnSpc>
            </a:pPr>
            <a:r>
              <a:rPr lang="en-US" sz="3800" spc="428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Mateo 1, 1 - 17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667778" y="9025018"/>
            <a:ext cx="6713903" cy="626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51"/>
              </a:lnSpc>
            </a:pPr>
            <a:r>
              <a:rPr lang="en-US" sz="3528" spc="409" dirty="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December 17, 2025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800759" y="1952644"/>
            <a:ext cx="8487242" cy="22660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96"/>
              </a:lnSpc>
            </a:pPr>
            <a:r>
              <a:rPr lang="en-US" sz="5400" spc="717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IKATLONG ARAW </a:t>
            </a:r>
          </a:p>
          <a:p>
            <a:pPr algn="ctr">
              <a:lnSpc>
                <a:spcPts val="9196"/>
              </a:lnSpc>
            </a:pPr>
            <a:r>
              <a:rPr lang="en-US" sz="5400" spc="717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800759" y="4381500"/>
            <a:ext cx="8487242" cy="31490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10"/>
              </a:lnSpc>
            </a:pPr>
            <a:r>
              <a:rPr lang="en-US" sz="8936" spc="1063" dirty="0">
                <a:solidFill>
                  <a:srgbClr val="40404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evan"/>
                <a:ea typeface="Bevan"/>
                <a:cs typeface="Bevan"/>
                <a:sym typeface="Bevan"/>
              </a:rPr>
              <a:t>SIMBANG GABI</a:t>
            </a:r>
          </a:p>
        </p:txBody>
      </p:sp>
      <p:sp>
        <p:nvSpPr>
          <p:cNvPr id="16" name="Freeform 7">
            <a:extLst>
              <a:ext uri="{FF2B5EF4-FFF2-40B4-BE49-F238E27FC236}">
                <a16:creationId xmlns:a16="http://schemas.microsoft.com/office/drawing/2014/main" id="{EA2D178A-1507-49D0-BC38-D31DA3225452}"/>
              </a:ext>
            </a:extLst>
          </p:cNvPr>
          <p:cNvSpPr/>
          <p:nvPr/>
        </p:nvSpPr>
        <p:spPr>
          <a:xfrm>
            <a:off x="-66011" y="-165463"/>
            <a:ext cx="9866770" cy="10617926"/>
          </a:xfrm>
          <a:custGeom>
            <a:avLst/>
            <a:gdLst/>
            <a:ahLst/>
            <a:cxnLst/>
            <a:rect l="l" t="t" r="r" b="b"/>
            <a:pathLst>
              <a:path w="9182181" h="10287000">
                <a:moveTo>
                  <a:pt x="0" y="0"/>
                </a:moveTo>
                <a:lnTo>
                  <a:pt x="9182181" y="0"/>
                </a:lnTo>
                <a:lnTo>
                  <a:pt x="918218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206" r="-50841"/>
            </a:stretch>
          </a:blipFill>
        </p:spPr>
      </p:sp>
    </p:spTree>
    <p:extLst>
      <p:ext uri="{BB962C8B-B14F-4D97-AF65-F5344CB8AC3E}">
        <p14:creationId xmlns:p14="http://schemas.microsoft.com/office/powerpoint/2010/main" val="183578781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35771" y="3198090"/>
            <a:ext cx="16016411" cy="6206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001"/>
              </a:lnSpc>
            </a:pPr>
            <a:r>
              <a:rPr lang="en-US" sz="11000" spc="1400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SUMASAMPALATAYA AKO SA DIYOS AMANG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06515" y="2019300"/>
            <a:ext cx="16674968" cy="1184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84"/>
              </a:lnSpc>
            </a:pPr>
            <a:r>
              <a:rPr lang="en-US" sz="3326" spc="488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PAGPAPAHAYAG NG PANANAMPALATAYA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8153473" y="342900"/>
            <a:ext cx="1981010" cy="1981010"/>
            <a:chOff x="0" y="0"/>
            <a:chExt cx="2641347" cy="264134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9743" y="2520467"/>
            <a:ext cx="16788512" cy="7789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994"/>
              </a:lnSpc>
            </a:pPr>
            <a:r>
              <a:rPr lang="en-US" sz="9999" spc="1310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MAKAPANGYARIHAN SA LAHAT,  NA MAY GAWA NG LANGIT AT LUPA.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95" y="419100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55989" y="2933700"/>
            <a:ext cx="16976019" cy="6144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617"/>
              </a:lnSpc>
            </a:pPr>
            <a:r>
              <a:rPr lang="en-US" sz="9999" spc="1311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SUMASAMPALATAYA AKO KAY HESUKRISTO,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95" y="465092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95139" y="2607798"/>
            <a:ext cx="16697676" cy="7005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544"/>
              </a:lnSpc>
            </a:pPr>
            <a:r>
              <a:rPr lang="en-US" sz="10025" spc="1473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 IISANG ANAK NG DIYOS, PANGINOON NATING LAHAT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673325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35795" y="2688031"/>
            <a:ext cx="16016411" cy="7444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382"/>
              </a:lnSpc>
            </a:pPr>
            <a:r>
              <a:rPr lang="en-US" sz="9999" spc="1399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NAGKATAWANG TAO SIYA LALANG NG ESPIRITU SANTO, 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673325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35771" y="3238500"/>
            <a:ext cx="16016411" cy="6047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289"/>
              </a:lnSpc>
            </a:pPr>
            <a:r>
              <a:rPr lang="en-US" sz="10200" spc="1488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 IPINANGANAK NI SANTA MARIANG BIRHEN, 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673325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36177" y="3390900"/>
            <a:ext cx="17015600" cy="4683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997"/>
              </a:lnSpc>
            </a:pPr>
            <a:r>
              <a:rPr lang="en-US" sz="10125" spc="1488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PINAGPAKASAKIT NI PONCIO PILATO,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673325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36177" y="3238500"/>
            <a:ext cx="17015600" cy="4650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840"/>
              </a:lnSpc>
            </a:pPr>
            <a:r>
              <a:rPr lang="en-US" sz="10025" spc="1473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 IPINAKO SA KRUS, NAMATAY, INILIBING. 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673325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36177" y="2953795"/>
            <a:ext cx="17015600" cy="6659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840"/>
              </a:lnSpc>
            </a:pPr>
            <a:r>
              <a:rPr lang="en-US" sz="10025" spc="1473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 NANAOG SA KINAROROONAN  NG MGA YUMAO,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673325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99924" y="3162300"/>
            <a:ext cx="17288106" cy="6057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737"/>
              </a:lnSpc>
            </a:pPr>
            <a:r>
              <a:rPr lang="en-US" sz="10025" spc="1473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NANG MAY IKATLONG ARAW NABUHAY NA MAG-ULI. 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673325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12412" y="3028950"/>
            <a:ext cx="17663132" cy="5552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296"/>
              </a:lnSpc>
            </a:pPr>
            <a:r>
              <a:rPr lang="en-US" sz="9999" spc="1429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UMAKYAT SA LANGIT, NALULUKLOK SA KANAN NG DIYOS,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673325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4327" y="2857500"/>
            <a:ext cx="17259300" cy="6586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739"/>
              </a:lnSpc>
            </a:pPr>
            <a:r>
              <a:rPr lang="en-US" sz="10025" spc="1473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 AMANG MAKAPANGYARIHAN SA LAHAT. 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673325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0639" y="2434953"/>
            <a:ext cx="17266678" cy="7568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40"/>
              </a:lnSpc>
            </a:pPr>
            <a:r>
              <a:rPr lang="en-US" sz="9999" spc="137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 DOON MAGMUMULANG PARIRITO AT HUHUKOM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673325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4328" y="3143250"/>
            <a:ext cx="17259300" cy="5684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40"/>
              </a:lnSpc>
            </a:pPr>
            <a:r>
              <a:rPr lang="en-US" sz="9999" spc="137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SA NANGABUBUHAY</a:t>
            </a:r>
          </a:p>
          <a:p>
            <a:pPr algn="ctr">
              <a:lnSpc>
                <a:spcPts val="14640"/>
              </a:lnSpc>
            </a:pPr>
            <a:r>
              <a:rPr lang="en-US" sz="9999" spc="137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 AT NANGAMATAY NA TAO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673325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4124" y="2939380"/>
            <a:ext cx="16379753" cy="6935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520"/>
              </a:lnSpc>
            </a:pPr>
            <a:r>
              <a:rPr lang="en-US" sz="9999" spc="1369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SUMASAMPALATAYA NAMAN AKO SA DIYOS ESPIRITU SANTO,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673325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35771" y="2857500"/>
            <a:ext cx="16016411" cy="6047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826"/>
              </a:lnSpc>
            </a:pPr>
            <a:r>
              <a:rPr lang="en-US" sz="10224" spc="1500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SA BANAL NA SIMBAHANG KATOLIKA,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673325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35795" y="3170037"/>
            <a:ext cx="16016411" cy="4206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970"/>
              </a:lnSpc>
            </a:pPr>
            <a:r>
              <a:rPr lang="en-US" sz="10324" spc="1516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 SA KASAMAHAN NG MGA BANAL;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673325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33987" y="2680144"/>
            <a:ext cx="17219980" cy="6647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951"/>
              </a:lnSpc>
            </a:pPr>
            <a:r>
              <a:rPr lang="en-US" sz="10224" spc="1500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SA KAPATAWARAN NG MGA KASALANAN, 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673325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20036" y="2617634"/>
            <a:ext cx="16447879" cy="7626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79"/>
              </a:lnSpc>
            </a:pPr>
            <a:r>
              <a:rPr lang="en-US" sz="9025" spc="1326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SA PAGKABUHAY NA MAG-ULI NG NANGAMATAY NA TAO,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2" y="419100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85974" y="3467100"/>
            <a:ext cx="16516006" cy="5527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734"/>
              </a:lnSpc>
            </a:pPr>
            <a:r>
              <a:rPr lang="en-US" sz="10025" spc="1473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AT SA BUHAY </a:t>
            </a:r>
          </a:p>
          <a:p>
            <a:pPr algn="ctr">
              <a:lnSpc>
                <a:spcPts val="13734"/>
              </a:lnSpc>
            </a:pPr>
            <a:r>
              <a:rPr lang="en-US" sz="10025" spc="1473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NA</a:t>
            </a:r>
          </a:p>
          <a:p>
            <a:pPr algn="ctr">
              <a:lnSpc>
                <a:spcPts val="13734"/>
              </a:lnSpc>
            </a:pPr>
            <a:r>
              <a:rPr lang="en-US" sz="10025" spc="1473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 WALANG HANGGAN.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673325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008602" y="319192"/>
            <a:ext cx="1749811" cy="1559188"/>
            <a:chOff x="0" y="0"/>
            <a:chExt cx="2377566" cy="23775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77567" cy="2377567"/>
            </a:xfrm>
            <a:custGeom>
              <a:avLst/>
              <a:gdLst/>
              <a:ahLst/>
              <a:cxnLst/>
              <a:rect l="l" t="t" r="r" b="b"/>
              <a:pathLst>
                <a:path w="2377567" h="2377567">
                  <a:moveTo>
                    <a:pt x="0" y="0"/>
                  </a:moveTo>
                  <a:lnTo>
                    <a:pt x="2377567" y="0"/>
                  </a:lnTo>
                  <a:lnTo>
                    <a:pt x="2377567" y="2377567"/>
                  </a:lnTo>
                  <a:lnTo>
                    <a:pt x="0" y="2377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6535400" y="8039100"/>
            <a:ext cx="2239232" cy="57150"/>
            <a:chOff x="0" y="0"/>
            <a:chExt cx="2985643" cy="76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985643" cy="76200"/>
            </a:xfrm>
            <a:custGeom>
              <a:avLst/>
              <a:gdLst/>
              <a:ahLst/>
              <a:cxnLst/>
              <a:rect l="l" t="t" r="r" b="b"/>
              <a:pathLst>
                <a:path w="2985643" h="76200">
                  <a:moveTo>
                    <a:pt x="0" y="25400"/>
                  </a:moveTo>
                  <a:lnTo>
                    <a:pt x="2985262" y="0"/>
                  </a:lnTo>
                  <a:lnTo>
                    <a:pt x="2985643" y="50800"/>
                  </a:lnTo>
                  <a:lnTo>
                    <a:pt x="508" y="762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noFill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9266968" y="8069992"/>
            <a:ext cx="2239232" cy="57150"/>
            <a:chOff x="0" y="0"/>
            <a:chExt cx="2985643" cy="76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985643" cy="76200"/>
            </a:xfrm>
            <a:custGeom>
              <a:avLst/>
              <a:gdLst/>
              <a:ahLst/>
              <a:cxnLst/>
              <a:rect l="l" t="t" r="r" b="b"/>
              <a:pathLst>
                <a:path w="2985643" h="76200">
                  <a:moveTo>
                    <a:pt x="0" y="25400"/>
                  </a:moveTo>
                  <a:lnTo>
                    <a:pt x="2985262" y="0"/>
                  </a:lnTo>
                  <a:lnTo>
                    <a:pt x="2985643" y="50800"/>
                  </a:lnTo>
                  <a:lnTo>
                    <a:pt x="508" y="762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10601342" y="8983333"/>
            <a:ext cx="6846745" cy="805060"/>
            <a:chOff x="0" y="0"/>
            <a:chExt cx="9128993" cy="107341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129014" cy="1073404"/>
            </a:xfrm>
            <a:custGeom>
              <a:avLst/>
              <a:gdLst/>
              <a:ahLst/>
              <a:cxnLst/>
              <a:rect l="l" t="t" r="r" b="b"/>
              <a:pathLst>
                <a:path w="9129014" h="1073404">
                  <a:moveTo>
                    <a:pt x="0" y="0"/>
                  </a:moveTo>
                  <a:lnTo>
                    <a:pt x="9129014" y="0"/>
                  </a:lnTo>
                  <a:lnTo>
                    <a:pt x="9129014" y="1073404"/>
                  </a:lnTo>
                  <a:lnTo>
                    <a:pt x="0" y="1073404"/>
                  </a:lnTo>
                  <a:close/>
                </a:path>
              </a:pathLst>
            </a:custGeom>
            <a:solidFill>
              <a:srgbClr val="352C2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11512343" y="7734300"/>
            <a:ext cx="5064073" cy="640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1"/>
              </a:lnSpc>
            </a:pPr>
            <a:r>
              <a:rPr lang="en-US" sz="3800" spc="428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Mateo 1, 1 - 17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667778" y="9025018"/>
            <a:ext cx="6713903" cy="626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51"/>
              </a:lnSpc>
            </a:pPr>
            <a:r>
              <a:rPr lang="en-US" sz="3528" spc="409" dirty="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December 17, 2025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800759" y="1952644"/>
            <a:ext cx="8487242" cy="22660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96"/>
              </a:lnSpc>
            </a:pPr>
            <a:r>
              <a:rPr lang="en-US" sz="5400" spc="717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IKATLONG ARAW </a:t>
            </a:r>
          </a:p>
          <a:p>
            <a:pPr algn="ctr">
              <a:lnSpc>
                <a:spcPts val="9196"/>
              </a:lnSpc>
            </a:pPr>
            <a:r>
              <a:rPr lang="en-US" sz="5400" spc="717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800759" y="4381500"/>
            <a:ext cx="8487242" cy="31490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10"/>
              </a:lnSpc>
            </a:pPr>
            <a:r>
              <a:rPr lang="en-US" sz="8936" spc="1063" dirty="0">
                <a:solidFill>
                  <a:srgbClr val="40404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evan"/>
                <a:ea typeface="Bevan"/>
                <a:cs typeface="Bevan"/>
                <a:sym typeface="Bevan"/>
              </a:rPr>
              <a:t>SIMBANG GABI</a:t>
            </a:r>
          </a:p>
        </p:txBody>
      </p:sp>
      <p:sp>
        <p:nvSpPr>
          <p:cNvPr id="16" name="Freeform 7">
            <a:extLst>
              <a:ext uri="{FF2B5EF4-FFF2-40B4-BE49-F238E27FC236}">
                <a16:creationId xmlns:a16="http://schemas.microsoft.com/office/drawing/2014/main" id="{EA2D178A-1507-49D0-BC38-D31DA3225452}"/>
              </a:ext>
            </a:extLst>
          </p:cNvPr>
          <p:cNvSpPr/>
          <p:nvPr/>
        </p:nvSpPr>
        <p:spPr>
          <a:xfrm>
            <a:off x="-66011" y="-165463"/>
            <a:ext cx="9866770" cy="10617926"/>
          </a:xfrm>
          <a:custGeom>
            <a:avLst/>
            <a:gdLst/>
            <a:ahLst/>
            <a:cxnLst/>
            <a:rect l="l" t="t" r="r" b="b"/>
            <a:pathLst>
              <a:path w="9182181" h="10287000">
                <a:moveTo>
                  <a:pt x="0" y="0"/>
                </a:moveTo>
                <a:lnTo>
                  <a:pt x="9182181" y="0"/>
                </a:lnTo>
                <a:lnTo>
                  <a:pt x="918218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206" r="-50841"/>
            </a:stretch>
          </a:blipFill>
        </p:spPr>
      </p:sp>
    </p:spTree>
    <p:extLst>
      <p:ext uri="{BB962C8B-B14F-4D97-AF65-F5344CB8AC3E}">
        <p14:creationId xmlns:p14="http://schemas.microsoft.com/office/powerpoint/2010/main" val="191789530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627641"/>
            <a:ext cx="16016411" cy="2478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90"/>
              </a:lnSpc>
            </a:pPr>
            <a:r>
              <a:rPr lang="en-US" sz="14024" spc="2061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AMEN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673325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99349" y="4191000"/>
            <a:ext cx="17689302" cy="4902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931"/>
              </a:lnSpc>
            </a:pPr>
            <a:r>
              <a:rPr lang="en-US" sz="10500" spc="1472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AMA NAMING MAKAPANGYARIHAN, DINGGIN MO KAMI.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36462" y="2530790"/>
            <a:ext cx="16674968" cy="1138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97"/>
              </a:lnSpc>
            </a:pPr>
            <a:r>
              <a:rPr lang="en-US" sz="4400" spc="606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PANALANGIN NG BAYAN: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8083441" y="299108"/>
            <a:ext cx="1981010" cy="1981010"/>
            <a:chOff x="0" y="0"/>
            <a:chExt cx="2641347" cy="264134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627641"/>
            <a:ext cx="16016411" cy="2478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90"/>
              </a:lnSpc>
            </a:pPr>
            <a:r>
              <a:rPr lang="en-US" sz="14024" spc="2061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AMEN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673325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008602" y="319192"/>
            <a:ext cx="1749811" cy="1559188"/>
            <a:chOff x="0" y="0"/>
            <a:chExt cx="2377566" cy="23775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77567" cy="2377567"/>
            </a:xfrm>
            <a:custGeom>
              <a:avLst/>
              <a:gdLst/>
              <a:ahLst/>
              <a:cxnLst/>
              <a:rect l="l" t="t" r="r" b="b"/>
              <a:pathLst>
                <a:path w="2377567" h="2377567">
                  <a:moveTo>
                    <a:pt x="0" y="0"/>
                  </a:moveTo>
                  <a:lnTo>
                    <a:pt x="2377567" y="0"/>
                  </a:lnTo>
                  <a:lnTo>
                    <a:pt x="2377567" y="2377567"/>
                  </a:lnTo>
                  <a:lnTo>
                    <a:pt x="0" y="2377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6535400" y="8039100"/>
            <a:ext cx="2239232" cy="57150"/>
            <a:chOff x="0" y="0"/>
            <a:chExt cx="2985643" cy="76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985643" cy="76200"/>
            </a:xfrm>
            <a:custGeom>
              <a:avLst/>
              <a:gdLst/>
              <a:ahLst/>
              <a:cxnLst/>
              <a:rect l="l" t="t" r="r" b="b"/>
              <a:pathLst>
                <a:path w="2985643" h="76200">
                  <a:moveTo>
                    <a:pt x="0" y="25400"/>
                  </a:moveTo>
                  <a:lnTo>
                    <a:pt x="2985262" y="0"/>
                  </a:lnTo>
                  <a:lnTo>
                    <a:pt x="2985643" y="50800"/>
                  </a:lnTo>
                  <a:lnTo>
                    <a:pt x="508" y="762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noFill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9266968" y="8069992"/>
            <a:ext cx="2239232" cy="57150"/>
            <a:chOff x="0" y="0"/>
            <a:chExt cx="2985643" cy="76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985643" cy="76200"/>
            </a:xfrm>
            <a:custGeom>
              <a:avLst/>
              <a:gdLst/>
              <a:ahLst/>
              <a:cxnLst/>
              <a:rect l="l" t="t" r="r" b="b"/>
              <a:pathLst>
                <a:path w="2985643" h="76200">
                  <a:moveTo>
                    <a:pt x="0" y="25400"/>
                  </a:moveTo>
                  <a:lnTo>
                    <a:pt x="2985262" y="0"/>
                  </a:lnTo>
                  <a:lnTo>
                    <a:pt x="2985643" y="50800"/>
                  </a:lnTo>
                  <a:lnTo>
                    <a:pt x="508" y="762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10601342" y="8983333"/>
            <a:ext cx="6846745" cy="805060"/>
            <a:chOff x="0" y="0"/>
            <a:chExt cx="9128993" cy="107341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129014" cy="1073404"/>
            </a:xfrm>
            <a:custGeom>
              <a:avLst/>
              <a:gdLst/>
              <a:ahLst/>
              <a:cxnLst/>
              <a:rect l="l" t="t" r="r" b="b"/>
              <a:pathLst>
                <a:path w="9129014" h="1073404">
                  <a:moveTo>
                    <a:pt x="0" y="0"/>
                  </a:moveTo>
                  <a:lnTo>
                    <a:pt x="9129014" y="0"/>
                  </a:lnTo>
                  <a:lnTo>
                    <a:pt x="9129014" y="1073404"/>
                  </a:lnTo>
                  <a:lnTo>
                    <a:pt x="0" y="1073404"/>
                  </a:lnTo>
                  <a:close/>
                </a:path>
              </a:pathLst>
            </a:custGeom>
            <a:solidFill>
              <a:srgbClr val="352C2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11512343" y="7734300"/>
            <a:ext cx="5064073" cy="640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1"/>
              </a:lnSpc>
            </a:pPr>
            <a:r>
              <a:rPr lang="en-US" sz="3800" spc="428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Mateo 1, 1 - 17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667778" y="9025018"/>
            <a:ext cx="6713903" cy="626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51"/>
              </a:lnSpc>
            </a:pPr>
            <a:r>
              <a:rPr lang="en-US" sz="3528" spc="409" dirty="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December 17, 2025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800759" y="1952644"/>
            <a:ext cx="8487242" cy="22660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96"/>
              </a:lnSpc>
            </a:pPr>
            <a:r>
              <a:rPr lang="en-US" sz="5400" spc="717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IKATLONG ARAW </a:t>
            </a:r>
          </a:p>
          <a:p>
            <a:pPr algn="ctr">
              <a:lnSpc>
                <a:spcPts val="9196"/>
              </a:lnSpc>
            </a:pPr>
            <a:r>
              <a:rPr lang="en-US" sz="5400" spc="717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800759" y="4381500"/>
            <a:ext cx="8487242" cy="31490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10"/>
              </a:lnSpc>
            </a:pPr>
            <a:r>
              <a:rPr lang="en-US" sz="8936" spc="1063" dirty="0">
                <a:solidFill>
                  <a:srgbClr val="40404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evan"/>
                <a:ea typeface="Bevan"/>
                <a:cs typeface="Bevan"/>
                <a:sym typeface="Bevan"/>
              </a:rPr>
              <a:t>SIMBANG GABI</a:t>
            </a:r>
          </a:p>
        </p:txBody>
      </p:sp>
      <p:sp>
        <p:nvSpPr>
          <p:cNvPr id="16" name="Freeform 7">
            <a:extLst>
              <a:ext uri="{FF2B5EF4-FFF2-40B4-BE49-F238E27FC236}">
                <a16:creationId xmlns:a16="http://schemas.microsoft.com/office/drawing/2014/main" id="{EA2D178A-1507-49D0-BC38-D31DA3225452}"/>
              </a:ext>
            </a:extLst>
          </p:cNvPr>
          <p:cNvSpPr/>
          <p:nvPr/>
        </p:nvSpPr>
        <p:spPr>
          <a:xfrm>
            <a:off x="-66011" y="-165463"/>
            <a:ext cx="9866770" cy="10617926"/>
          </a:xfrm>
          <a:custGeom>
            <a:avLst/>
            <a:gdLst/>
            <a:ahLst/>
            <a:cxnLst/>
            <a:rect l="l" t="t" r="r" b="b"/>
            <a:pathLst>
              <a:path w="9182181" h="10287000">
                <a:moveTo>
                  <a:pt x="0" y="0"/>
                </a:moveTo>
                <a:lnTo>
                  <a:pt x="9182181" y="0"/>
                </a:lnTo>
                <a:lnTo>
                  <a:pt x="918218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206" r="-50841"/>
            </a:stretch>
          </a:blipFill>
        </p:spPr>
      </p:sp>
    </p:spTree>
    <p:extLst>
      <p:ext uri="{BB962C8B-B14F-4D97-AF65-F5344CB8AC3E}">
        <p14:creationId xmlns:p14="http://schemas.microsoft.com/office/powerpoint/2010/main" val="115906400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2527083"/>
            <a:ext cx="18288000" cy="6515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527"/>
              </a:lnSpc>
            </a:pPr>
            <a:r>
              <a:rPr lang="en-US" sz="10500" spc="474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SALAMAT SA IYO, </a:t>
            </a:r>
          </a:p>
          <a:p>
            <a:pPr algn="ctr">
              <a:lnSpc>
                <a:spcPts val="16527"/>
              </a:lnSpc>
            </a:pPr>
            <a:r>
              <a:rPr lang="en-US" sz="10500" spc="474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AKING PANGINOONG HESUS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38125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2933700"/>
            <a:ext cx="18288000" cy="4399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527"/>
              </a:lnSpc>
            </a:pPr>
            <a:r>
              <a:rPr lang="en-US" sz="10500" spc="474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AKO’Y INIBIG MO, AT INANGKING LUBOS.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38125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0724" y="2552700"/>
            <a:ext cx="16766507" cy="4399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527"/>
              </a:lnSpc>
            </a:pPr>
            <a:r>
              <a:rPr lang="en-US" sz="10500" spc="474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ANG TANGING ALAY KO SA’YO AKING AMA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38125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72078" y="2753456"/>
            <a:ext cx="16743799" cy="4399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527"/>
              </a:lnSpc>
            </a:pPr>
            <a:r>
              <a:rPr lang="en-US" sz="10500" spc="474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AY BUONG BUHAY KO, PUSO’T KALULUWA.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38125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47180" y="2768492"/>
            <a:ext cx="16993596" cy="4369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527"/>
              </a:lnSpc>
            </a:pPr>
            <a:r>
              <a:rPr lang="en-US" sz="10500" spc="474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HINDI MAKAYANANG, MAIPAGKALOOB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38125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47180" y="2768492"/>
            <a:ext cx="16993596" cy="4369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527"/>
              </a:lnSpc>
            </a:pPr>
            <a:r>
              <a:rPr lang="en-US" sz="10500" spc="474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MAMAHALING HIYAS, </a:t>
            </a:r>
          </a:p>
          <a:p>
            <a:pPr algn="ctr">
              <a:lnSpc>
                <a:spcPts val="16527"/>
              </a:lnSpc>
            </a:pPr>
            <a:r>
              <a:rPr lang="en-US" sz="10500" spc="474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NI GINTONG NILUKOB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38125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47202" y="2527083"/>
            <a:ext cx="16993596" cy="6515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527"/>
              </a:lnSpc>
            </a:pPr>
            <a:r>
              <a:rPr lang="en-US" sz="10500" spc="474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ANG TANGING DALANGIN, O D’YOS AY TANGGAPIN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38125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47180" y="2753456"/>
            <a:ext cx="16993596" cy="4399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527"/>
              </a:lnSpc>
            </a:pPr>
            <a:r>
              <a:rPr lang="en-US" sz="10500" spc="474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ANG TANGING ALAY KO NAWA AY GAMITIN.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38125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47202" y="2413539"/>
            <a:ext cx="16993596" cy="6515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527"/>
              </a:lnSpc>
            </a:pPr>
            <a:r>
              <a:rPr lang="en-US" sz="10500" spc="474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ITO LAMANG AMA, WALA NANG IBA PA AKONG HINIHILING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38125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2527083"/>
            <a:ext cx="18288000" cy="6515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527"/>
              </a:lnSpc>
            </a:pPr>
            <a:r>
              <a:rPr lang="en-US" sz="10500" spc="474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AKING HINIHINTAY, ANG IYONG PAGBABALIK, HESUS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38125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0724" y="2552700"/>
            <a:ext cx="16766507" cy="4369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527"/>
              </a:lnSpc>
            </a:pPr>
            <a:r>
              <a:rPr lang="en-US" sz="10500" spc="474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ANG MAKAPILING KA’Y, KAGALAKANG LUBOS.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38125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72078" y="2857500"/>
            <a:ext cx="16743799" cy="4399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527"/>
              </a:lnSpc>
            </a:pPr>
            <a:r>
              <a:rPr lang="en-US" sz="10500" spc="474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ANG TANGING ALAY KO SA’YO AKING AMA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38125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47180" y="2753456"/>
            <a:ext cx="16993596" cy="4399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527"/>
              </a:lnSpc>
            </a:pPr>
            <a:r>
              <a:rPr lang="en-US" sz="10500" spc="474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AY BUONG BUHAY KO, PUSO AT KALULUWA.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38125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47180" y="2768492"/>
            <a:ext cx="16993596" cy="4369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527"/>
              </a:lnSpc>
            </a:pPr>
            <a:r>
              <a:rPr lang="en-US" sz="10500" spc="474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HINDI MAKAYANANG, MAIPAGKALOOB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38125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47180" y="2552700"/>
            <a:ext cx="16993596" cy="4399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527"/>
              </a:lnSpc>
            </a:pPr>
            <a:r>
              <a:rPr lang="en-US" sz="10500" spc="474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 MAMAHALING HIYAS, NI GINTONG NILUKOB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38125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47180" y="2400300"/>
            <a:ext cx="16993596" cy="6515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527"/>
              </a:lnSpc>
            </a:pPr>
            <a:r>
              <a:rPr lang="en-US" sz="10500" spc="474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ANG AKING DALANGIN, O D’YOS AY TANGGAPIN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38125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47180" y="2857500"/>
            <a:ext cx="16993596" cy="4399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527"/>
              </a:lnSpc>
            </a:pPr>
            <a:r>
              <a:rPr lang="en-US" sz="10500" spc="474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ANG TANGING ALAY KO, NAWA AY GAMITIN.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38125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2527083"/>
            <a:ext cx="18288000" cy="6515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527"/>
              </a:lnSpc>
            </a:pPr>
            <a:r>
              <a:rPr lang="en-US" sz="10500" spc="474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ITO LAMANG AMA, WALA NANG IBA PA, AKONG HINIHILING.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38125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008602" y="319192"/>
            <a:ext cx="1749811" cy="1559188"/>
            <a:chOff x="0" y="0"/>
            <a:chExt cx="2377566" cy="23775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77567" cy="2377567"/>
            </a:xfrm>
            <a:custGeom>
              <a:avLst/>
              <a:gdLst/>
              <a:ahLst/>
              <a:cxnLst/>
              <a:rect l="l" t="t" r="r" b="b"/>
              <a:pathLst>
                <a:path w="2377567" h="2377567">
                  <a:moveTo>
                    <a:pt x="0" y="0"/>
                  </a:moveTo>
                  <a:lnTo>
                    <a:pt x="2377567" y="0"/>
                  </a:lnTo>
                  <a:lnTo>
                    <a:pt x="2377567" y="2377567"/>
                  </a:lnTo>
                  <a:lnTo>
                    <a:pt x="0" y="2377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6535400" y="8039100"/>
            <a:ext cx="2239232" cy="57150"/>
            <a:chOff x="0" y="0"/>
            <a:chExt cx="2985643" cy="76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985643" cy="76200"/>
            </a:xfrm>
            <a:custGeom>
              <a:avLst/>
              <a:gdLst/>
              <a:ahLst/>
              <a:cxnLst/>
              <a:rect l="l" t="t" r="r" b="b"/>
              <a:pathLst>
                <a:path w="2985643" h="76200">
                  <a:moveTo>
                    <a:pt x="0" y="25400"/>
                  </a:moveTo>
                  <a:lnTo>
                    <a:pt x="2985262" y="0"/>
                  </a:lnTo>
                  <a:lnTo>
                    <a:pt x="2985643" y="50800"/>
                  </a:lnTo>
                  <a:lnTo>
                    <a:pt x="508" y="762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noFill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9266968" y="8069992"/>
            <a:ext cx="2239232" cy="57150"/>
            <a:chOff x="0" y="0"/>
            <a:chExt cx="2985643" cy="76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985643" cy="76200"/>
            </a:xfrm>
            <a:custGeom>
              <a:avLst/>
              <a:gdLst/>
              <a:ahLst/>
              <a:cxnLst/>
              <a:rect l="l" t="t" r="r" b="b"/>
              <a:pathLst>
                <a:path w="2985643" h="76200">
                  <a:moveTo>
                    <a:pt x="0" y="25400"/>
                  </a:moveTo>
                  <a:lnTo>
                    <a:pt x="2985262" y="0"/>
                  </a:lnTo>
                  <a:lnTo>
                    <a:pt x="2985643" y="50800"/>
                  </a:lnTo>
                  <a:lnTo>
                    <a:pt x="508" y="762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10601342" y="8983333"/>
            <a:ext cx="6846745" cy="805060"/>
            <a:chOff x="0" y="0"/>
            <a:chExt cx="9128993" cy="107341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129014" cy="1073404"/>
            </a:xfrm>
            <a:custGeom>
              <a:avLst/>
              <a:gdLst/>
              <a:ahLst/>
              <a:cxnLst/>
              <a:rect l="l" t="t" r="r" b="b"/>
              <a:pathLst>
                <a:path w="9129014" h="1073404">
                  <a:moveTo>
                    <a:pt x="0" y="0"/>
                  </a:moveTo>
                  <a:lnTo>
                    <a:pt x="9129014" y="0"/>
                  </a:lnTo>
                  <a:lnTo>
                    <a:pt x="9129014" y="1073404"/>
                  </a:lnTo>
                  <a:lnTo>
                    <a:pt x="0" y="1073404"/>
                  </a:lnTo>
                  <a:close/>
                </a:path>
              </a:pathLst>
            </a:custGeom>
            <a:solidFill>
              <a:srgbClr val="352C2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11512343" y="7734300"/>
            <a:ext cx="5064073" cy="640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1"/>
              </a:lnSpc>
            </a:pPr>
            <a:r>
              <a:rPr lang="en-US" sz="3800" spc="428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Mateo 1, 1 - 17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667778" y="9025018"/>
            <a:ext cx="6713903" cy="626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51"/>
              </a:lnSpc>
            </a:pPr>
            <a:r>
              <a:rPr lang="en-US" sz="3528" spc="409" dirty="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December 17, 2025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800759" y="1952644"/>
            <a:ext cx="8487242" cy="22660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96"/>
              </a:lnSpc>
            </a:pPr>
            <a:r>
              <a:rPr lang="en-US" sz="5400" spc="717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IKATLONG ARAW </a:t>
            </a:r>
          </a:p>
          <a:p>
            <a:pPr algn="ctr">
              <a:lnSpc>
                <a:spcPts val="9196"/>
              </a:lnSpc>
            </a:pPr>
            <a:r>
              <a:rPr lang="en-US" sz="5400" spc="717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800759" y="4381500"/>
            <a:ext cx="8487242" cy="31490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10"/>
              </a:lnSpc>
            </a:pPr>
            <a:r>
              <a:rPr lang="en-US" sz="8936" spc="1063" dirty="0">
                <a:solidFill>
                  <a:srgbClr val="40404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evan"/>
                <a:ea typeface="Bevan"/>
                <a:cs typeface="Bevan"/>
                <a:sym typeface="Bevan"/>
              </a:rPr>
              <a:t>SIMBANG GABI</a:t>
            </a:r>
          </a:p>
        </p:txBody>
      </p:sp>
      <p:sp>
        <p:nvSpPr>
          <p:cNvPr id="16" name="Freeform 7">
            <a:extLst>
              <a:ext uri="{FF2B5EF4-FFF2-40B4-BE49-F238E27FC236}">
                <a16:creationId xmlns:a16="http://schemas.microsoft.com/office/drawing/2014/main" id="{EA2D178A-1507-49D0-BC38-D31DA3225452}"/>
              </a:ext>
            </a:extLst>
          </p:cNvPr>
          <p:cNvSpPr/>
          <p:nvPr/>
        </p:nvSpPr>
        <p:spPr>
          <a:xfrm>
            <a:off x="-66011" y="-165463"/>
            <a:ext cx="9866770" cy="10617926"/>
          </a:xfrm>
          <a:custGeom>
            <a:avLst/>
            <a:gdLst/>
            <a:ahLst/>
            <a:cxnLst/>
            <a:rect l="l" t="t" r="r" b="b"/>
            <a:pathLst>
              <a:path w="9182181" h="10287000">
                <a:moveTo>
                  <a:pt x="0" y="0"/>
                </a:moveTo>
                <a:lnTo>
                  <a:pt x="9182181" y="0"/>
                </a:lnTo>
                <a:lnTo>
                  <a:pt x="918218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206" r="-50841"/>
            </a:stretch>
          </a:blipFill>
        </p:spPr>
      </p:sp>
    </p:spTree>
    <p:extLst>
      <p:ext uri="{BB962C8B-B14F-4D97-AF65-F5344CB8AC3E}">
        <p14:creationId xmlns:p14="http://schemas.microsoft.com/office/powerpoint/2010/main" val="2962249081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51965" y="2978597"/>
            <a:ext cx="17584026" cy="4091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657"/>
              </a:lnSpc>
            </a:pPr>
            <a:r>
              <a:rPr lang="en-US" sz="11000" spc="447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TANGGAPIN NAWA NG PANGINOON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57175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51965" y="2978597"/>
            <a:ext cx="17584026" cy="4091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657"/>
              </a:lnSpc>
            </a:pPr>
            <a:r>
              <a:rPr lang="en-US" sz="11000" spc="447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ITONG PAGHAHAIN SA IYONG MGA KAMAY,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57175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03546" y="2906834"/>
            <a:ext cx="15880863" cy="41971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006"/>
              </a:lnSpc>
            </a:pPr>
            <a:r>
              <a:rPr lang="en-US" sz="11000" spc="459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SA KAPURIHAN NIYA AT KARANGALAN,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57175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03546" y="2657475"/>
            <a:ext cx="15880863" cy="41971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006"/>
              </a:lnSpc>
            </a:pPr>
            <a:r>
              <a:rPr lang="en-US" sz="11000" spc="459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 SA ATING KAPAKINABANGAN,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57175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41491" y="2305050"/>
            <a:ext cx="17004973" cy="647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527"/>
              </a:lnSpc>
            </a:pPr>
            <a:r>
              <a:rPr lang="en-US" sz="11000" spc="474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AT SA BUONG SAMBAYANAN NIYANG BANAL.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001000" y="266700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008602" y="319192"/>
            <a:ext cx="1749811" cy="1559188"/>
            <a:chOff x="0" y="0"/>
            <a:chExt cx="2377566" cy="23775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77567" cy="2377567"/>
            </a:xfrm>
            <a:custGeom>
              <a:avLst/>
              <a:gdLst/>
              <a:ahLst/>
              <a:cxnLst/>
              <a:rect l="l" t="t" r="r" b="b"/>
              <a:pathLst>
                <a:path w="2377567" h="2377567">
                  <a:moveTo>
                    <a:pt x="0" y="0"/>
                  </a:moveTo>
                  <a:lnTo>
                    <a:pt x="2377567" y="0"/>
                  </a:lnTo>
                  <a:lnTo>
                    <a:pt x="2377567" y="2377567"/>
                  </a:lnTo>
                  <a:lnTo>
                    <a:pt x="0" y="2377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6535400" y="8039100"/>
            <a:ext cx="2239232" cy="57150"/>
            <a:chOff x="0" y="0"/>
            <a:chExt cx="2985643" cy="76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985643" cy="76200"/>
            </a:xfrm>
            <a:custGeom>
              <a:avLst/>
              <a:gdLst/>
              <a:ahLst/>
              <a:cxnLst/>
              <a:rect l="l" t="t" r="r" b="b"/>
              <a:pathLst>
                <a:path w="2985643" h="76200">
                  <a:moveTo>
                    <a:pt x="0" y="25400"/>
                  </a:moveTo>
                  <a:lnTo>
                    <a:pt x="2985262" y="0"/>
                  </a:lnTo>
                  <a:lnTo>
                    <a:pt x="2985643" y="50800"/>
                  </a:lnTo>
                  <a:lnTo>
                    <a:pt x="508" y="762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noFill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9266968" y="8069992"/>
            <a:ext cx="2239232" cy="57150"/>
            <a:chOff x="0" y="0"/>
            <a:chExt cx="2985643" cy="76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985643" cy="76200"/>
            </a:xfrm>
            <a:custGeom>
              <a:avLst/>
              <a:gdLst/>
              <a:ahLst/>
              <a:cxnLst/>
              <a:rect l="l" t="t" r="r" b="b"/>
              <a:pathLst>
                <a:path w="2985643" h="76200">
                  <a:moveTo>
                    <a:pt x="0" y="25400"/>
                  </a:moveTo>
                  <a:lnTo>
                    <a:pt x="2985262" y="0"/>
                  </a:lnTo>
                  <a:lnTo>
                    <a:pt x="2985643" y="50800"/>
                  </a:lnTo>
                  <a:lnTo>
                    <a:pt x="508" y="762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10601342" y="8983333"/>
            <a:ext cx="6846745" cy="805060"/>
            <a:chOff x="0" y="0"/>
            <a:chExt cx="9128993" cy="107341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129014" cy="1073404"/>
            </a:xfrm>
            <a:custGeom>
              <a:avLst/>
              <a:gdLst/>
              <a:ahLst/>
              <a:cxnLst/>
              <a:rect l="l" t="t" r="r" b="b"/>
              <a:pathLst>
                <a:path w="9129014" h="1073404">
                  <a:moveTo>
                    <a:pt x="0" y="0"/>
                  </a:moveTo>
                  <a:lnTo>
                    <a:pt x="9129014" y="0"/>
                  </a:lnTo>
                  <a:lnTo>
                    <a:pt x="9129014" y="1073404"/>
                  </a:lnTo>
                  <a:lnTo>
                    <a:pt x="0" y="1073404"/>
                  </a:lnTo>
                  <a:close/>
                </a:path>
              </a:pathLst>
            </a:custGeom>
            <a:solidFill>
              <a:srgbClr val="352C2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11512343" y="7734300"/>
            <a:ext cx="5064073" cy="640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1"/>
              </a:lnSpc>
            </a:pPr>
            <a:r>
              <a:rPr lang="en-US" sz="3800" spc="428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Mateo 1, 1 - 17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667778" y="9025018"/>
            <a:ext cx="6713903" cy="626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51"/>
              </a:lnSpc>
            </a:pPr>
            <a:r>
              <a:rPr lang="en-US" sz="3528" spc="409" dirty="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December 17, 2025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800759" y="1952644"/>
            <a:ext cx="8487242" cy="22660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96"/>
              </a:lnSpc>
            </a:pPr>
            <a:r>
              <a:rPr lang="en-US" sz="5400" spc="717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IKATLONG ARAW </a:t>
            </a:r>
          </a:p>
          <a:p>
            <a:pPr algn="ctr">
              <a:lnSpc>
                <a:spcPts val="9196"/>
              </a:lnSpc>
            </a:pPr>
            <a:r>
              <a:rPr lang="en-US" sz="5400" spc="717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800759" y="4381500"/>
            <a:ext cx="8487242" cy="31490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10"/>
              </a:lnSpc>
            </a:pPr>
            <a:r>
              <a:rPr lang="en-US" sz="8936" spc="1063" dirty="0">
                <a:solidFill>
                  <a:srgbClr val="40404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evan"/>
                <a:ea typeface="Bevan"/>
                <a:cs typeface="Bevan"/>
                <a:sym typeface="Bevan"/>
              </a:rPr>
              <a:t>SIMBANG GABI</a:t>
            </a:r>
          </a:p>
        </p:txBody>
      </p:sp>
      <p:sp>
        <p:nvSpPr>
          <p:cNvPr id="16" name="Freeform 7">
            <a:extLst>
              <a:ext uri="{FF2B5EF4-FFF2-40B4-BE49-F238E27FC236}">
                <a16:creationId xmlns:a16="http://schemas.microsoft.com/office/drawing/2014/main" id="{EA2D178A-1507-49D0-BC38-D31DA3225452}"/>
              </a:ext>
            </a:extLst>
          </p:cNvPr>
          <p:cNvSpPr/>
          <p:nvPr/>
        </p:nvSpPr>
        <p:spPr>
          <a:xfrm>
            <a:off x="-66011" y="-165463"/>
            <a:ext cx="9866770" cy="10617926"/>
          </a:xfrm>
          <a:custGeom>
            <a:avLst/>
            <a:gdLst/>
            <a:ahLst/>
            <a:cxnLst/>
            <a:rect l="l" t="t" r="r" b="b"/>
            <a:pathLst>
              <a:path w="9182181" h="10287000">
                <a:moveTo>
                  <a:pt x="0" y="0"/>
                </a:moveTo>
                <a:lnTo>
                  <a:pt x="9182181" y="0"/>
                </a:lnTo>
                <a:lnTo>
                  <a:pt x="918218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206" r="-50841"/>
            </a:stretch>
          </a:blipFill>
        </p:spPr>
      </p:sp>
    </p:spTree>
    <p:extLst>
      <p:ext uri="{BB962C8B-B14F-4D97-AF65-F5344CB8AC3E}">
        <p14:creationId xmlns:p14="http://schemas.microsoft.com/office/powerpoint/2010/main" val="2262410096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1947577" y="3247107"/>
            <a:ext cx="22583952" cy="2697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959"/>
              </a:lnSpc>
            </a:pPr>
            <a:r>
              <a:rPr lang="en-US" sz="13394" spc="1968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AMEN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673325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775423"/>
            <a:ext cx="16016411" cy="393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645"/>
              </a:lnSpc>
            </a:pPr>
            <a:r>
              <a:rPr lang="en-US" sz="12600" spc="1543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AT SUMAIYO </a:t>
            </a:r>
          </a:p>
          <a:p>
            <a:pPr algn="ctr">
              <a:lnSpc>
                <a:spcPts val="15645"/>
              </a:lnSpc>
            </a:pPr>
            <a:r>
              <a:rPr lang="en-US" sz="12600" spc="1543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RIN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673325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036300"/>
            <a:ext cx="16016411" cy="4461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645"/>
              </a:lnSpc>
            </a:pPr>
            <a:r>
              <a:rPr lang="en-US" sz="10499" spc="1543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ITINAAS NA NAMIN SA PANGINOON.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673325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034093"/>
            <a:ext cx="16230600" cy="4461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645"/>
              </a:lnSpc>
            </a:pPr>
            <a:r>
              <a:rPr lang="en-US" sz="10500" spc="1543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MARAPAT NA SIYA AY PASALAMATAN.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673325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008602" y="319192"/>
            <a:ext cx="1749811" cy="1559188"/>
            <a:chOff x="0" y="0"/>
            <a:chExt cx="2377566" cy="23775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77567" cy="2377567"/>
            </a:xfrm>
            <a:custGeom>
              <a:avLst/>
              <a:gdLst/>
              <a:ahLst/>
              <a:cxnLst/>
              <a:rect l="l" t="t" r="r" b="b"/>
              <a:pathLst>
                <a:path w="2377567" h="2377567">
                  <a:moveTo>
                    <a:pt x="0" y="0"/>
                  </a:moveTo>
                  <a:lnTo>
                    <a:pt x="2377567" y="0"/>
                  </a:lnTo>
                  <a:lnTo>
                    <a:pt x="2377567" y="2377567"/>
                  </a:lnTo>
                  <a:lnTo>
                    <a:pt x="0" y="2377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6535400" y="8039100"/>
            <a:ext cx="2239232" cy="57150"/>
            <a:chOff x="0" y="0"/>
            <a:chExt cx="2985643" cy="76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985643" cy="76200"/>
            </a:xfrm>
            <a:custGeom>
              <a:avLst/>
              <a:gdLst/>
              <a:ahLst/>
              <a:cxnLst/>
              <a:rect l="l" t="t" r="r" b="b"/>
              <a:pathLst>
                <a:path w="2985643" h="76200">
                  <a:moveTo>
                    <a:pt x="0" y="25400"/>
                  </a:moveTo>
                  <a:lnTo>
                    <a:pt x="2985262" y="0"/>
                  </a:lnTo>
                  <a:lnTo>
                    <a:pt x="2985643" y="50800"/>
                  </a:lnTo>
                  <a:lnTo>
                    <a:pt x="508" y="762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noFill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9266968" y="8069992"/>
            <a:ext cx="2239232" cy="57150"/>
            <a:chOff x="0" y="0"/>
            <a:chExt cx="2985643" cy="76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985643" cy="76200"/>
            </a:xfrm>
            <a:custGeom>
              <a:avLst/>
              <a:gdLst/>
              <a:ahLst/>
              <a:cxnLst/>
              <a:rect l="l" t="t" r="r" b="b"/>
              <a:pathLst>
                <a:path w="2985643" h="76200">
                  <a:moveTo>
                    <a:pt x="0" y="25400"/>
                  </a:moveTo>
                  <a:lnTo>
                    <a:pt x="2985262" y="0"/>
                  </a:lnTo>
                  <a:lnTo>
                    <a:pt x="2985643" y="50800"/>
                  </a:lnTo>
                  <a:lnTo>
                    <a:pt x="508" y="762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10601342" y="8983333"/>
            <a:ext cx="6846745" cy="805060"/>
            <a:chOff x="0" y="0"/>
            <a:chExt cx="9128993" cy="107341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129014" cy="1073404"/>
            </a:xfrm>
            <a:custGeom>
              <a:avLst/>
              <a:gdLst/>
              <a:ahLst/>
              <a:cxnLst/>
              <a:rect l="l" t="t" r="r" b="b"/>
              <a:pathLst>
                <a:path w="9129014" h="1073404">
                  <a:moveTo>
                    <a:pt x="0" y="0"/>
                  </a:moveTo>
                  <a:lnTo>
                    <a:pt x="9129014" y="0"/>
                  </a:lnTo>
                  <a:lnTo>
                    <a:pt x="9129014" y="1073404"/>
                  </a:lnTo>
                  <a:lnTo>
                    <a:pt x="0" y="1073404"/>
                  </a:lnTo>
                  <a:close/>
                </a:path>
              </a:pathLst>
            </a:custGeom>
            <a:solidFill>
              <a:srgbClr val="352C2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11512343" y="7734300"/>
            <a:ext cx="5064073" cy="640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1"/>
              </a:lnSpc>
            </a:pPr>
            <a:r>
              <a:rPr lang="en-US" sz="3800" spc="428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Mateo 1, 1 - 17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667778" y="9025018"/>
            <a:ext cx="6713903" cy="626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51"/>
              </a:lnSpc>
            </a:pPr>
            <a:r>
              <a:rPr lang="en-US" sz="3528" spc="409" dirty="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December 17, 2025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800759" y="1952644"/>
            <a:ext cx="8487242" cy="22660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96"/>
              </a:lnSpc>
            </a:pPr>
            <a:r>
              <a:rPr lang="en-US" sz="5400" spc="717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IKATLONG ARAW </a:t>
            </a:r>
          </a:p>
          <a:p>
            <a:pPr algn="ctr">
              <a:lnSpc>
                <a:spcPts val="9196"/>
              </a:lnSpc>
            </a:pPr>
            <a:r>
              <a:rPr lang="en-US" sz="5400" spc="717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800759" y="4381500"/>
            <a:ext cx="8487242" cy="31490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10"/>
              </a:lnSpc>
            </a:pPr>
            <a:r>
              <a:rPr lang="en-US" sz="8936" spc="1063" dirty="0">
                <a:solidFill>
                  <a:srgbClr val="40404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evan"/>
                <a:ea typeface="Bevan"/>
                <a:cs typeface="Bevan"/>
                <a:sym typeface="Bevan"/>
              </a:rPr>
              <a:t>SIMBANG GABI</a:t>
            </a:r>
          </a:p>
        </p:txBody>
      </p:sp>
      <p:sp>
        <p:nvSpPr>
          <p:cNvPr id="16" name="Freeform 7">
            <a:extLst>
              <a:ext uri="{FF2B5EF4-FFF2-40B4-BE49-F238E27FC236}">
                <a16:creationId xmlns:a16="http://schemas.microsoft.com/office/drawing/2014/main" id="{EA2D178A-1507-49D0-BC38-D31DA3225452}"/>
              </a:ext>
            </a:extLst>
          </p:cNvPr>
          <p:cNvSpPr/>
          <p:nvPr/>
        </p:nvSpPr>
        <p:spPr>
          <a:xfrm>
            <a:off x="-66011" y="-165463"/>
            <a:ext cx="9866770" cy="10617926"/>
          </a:xfrm>
          <a:custGeom>
            <a:avLst/>
            <a:gdLst/>
            <a:ahLst/>
            <a:cxnLst/>
            <a:rect l="l" t="t" r="r" b="b"/>
            <a:pathLst>
              <a:path w="9182181" h="10287000">
                <a:moveTo>
                  <a:pt x="0" y="0"/>
                </a:moveTo>
                <a:lnTo>
                  <a:pt x="9182181" y="0"/>
                </a:lnTo>
                <a:lnTo>
                  <a:pt x="918218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206" r="-50841"/>
            </a:stretch>
          </a:blipFill>
        </p:spPr>
      </p:sp>
    </p:spTree>
    <p:extLst>
      <p:ext uri="{BB962C8B-B14F-4D97-AF65-F5344CB8AC3E}">
        <p14:creationId xmlns:p14="http://schemas.microsoft.com/office/powerpoint/2010/main" val="2619541702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35772" y="3478907"/>
            <a:ext cx="16016411" cy="4117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645"/>
              </a:lnSpc>
            </a:pPr>
            <a:r>
              <a:rPr lang="en-US" sz="11000" spc="1543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SANTO, SANTO, SANTO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673325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92822" y="3095625"/>
            <a:ext cx="17502311" cy="5803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898"/>
              </a:lnSpc>
            </a:pPr>
            <a:r>
              <a:rPr lang="en-US" sz="10500" spc="1467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PANGINOONG DIYOS NA MAKAPANGYARIHAN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673325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0528" y="3019425"/>
            <a:ext cx="17106900" cy="5788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898"/>
              </a:lnSpc>
            </a:pPr>
            <a:r>
              <a:rPr lang="en-US" sz="10500" spc="1467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NAPUPUNO ANG LANGIT AT LUPA NG KADAKILAAN MO.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673325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0475" y="2900768"/>
            <a:ext cx="17887003" cy="4485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7"/>
              </a:lnSpc>
            </a:pPr>
            <a:r>
              <a:rPr lang="en-US" sz="10500" spc="1467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HOSANNA, HOSANNA, SA KAITAASAN.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673325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150223" y="2102514"/>
            <a:ext cx="18588400" cy="8184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154"/>
              </a:lnSpc>
            </a:pPr>
            <a:r>
              <a:rPr lang="en-US" sz="9499" spc="1386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PINAGPALA ANG NAPARIRITO,</a:t>
            </a:r>
          </a:p>
          <a:p>
            <a:pPr algn="ctr">
              <a:lnSpc>
                <a:spcPts val="4749"/>
              </a:lnSpc>
            </a:pPr>
            <a:r>
              <a:rPr lang="en-US" sz="9499" spc="1386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 </a:t>
            </a:r>
          </a:p>
          <a:p>
            <a:pPr algn="ctr">
              <a:lnSpc>
                <a:spcPts val="14155"/>
              </a:lnSpc>
            </a:pPr>
            <a:r>
              <a:rPr lang="en-US" sz="9499" spc="1396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SA NGALAN NG PANGINOON,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66700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76675" y="2900768"/>
            <a:ext cx="17734603" cy="4485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7"/>
              </a:lnSpc>
            </a:pPr>
            <a:r>
              <a:rPr lang="en-US" sz="10500" spc="1467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HOSANNA, HOSANNA, SA KAITAASAN.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673325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008602" y="319192"/>
            <a:ext cx="1749811" cy="1559188"/>
            <a:chOff x="0" y="0"/>
            <a:chExt cx="2377566" cy="23775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77567" cy="2377567"/>
            </a:xfrm>
            <a:custGeom>
              <a:avLst/>
              <a:gdLst/>
              <a:ahLst/>
              <a:cxnLst/>
              <a:rect l="l" t="t" r="r" b="b"/>
              <a:pathLst>
                <a:path w="2377567" h="2377567">
                  <a:moveTo>
                    <a:pt x="0" y="0"/>
                  </a:moveTo>
                  <a:lnTo>
                    <a:pt x="2377567" y="0"/>
                  </a:lnTo>
                  <a:lnTo>
                    <a:pt x="2377567" y="2377567"/>
                  </a:lnTo>
                  <a:lnTo>
                    <a:pt x="0" y="2377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6535400" y="8039100"/>
            <a:ext cx="2239232" cy="57150"/>
            <a:chOff x="0" y="0"/>
            <a:chExt cx="2985643" cy="76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985643" cy="76200"/>
            </a:xfrm>
            <a:custGeom>
              <a:avLst/>
              <a:gdLst/>
              <a:ahLst/>
              <a:cxnLst/>
              <a:rect l="l" t="t" r="r" b="b"/>
              <a:pathLst>
                <a:path w="2985643" h="76200">
                  <a:moveTo>
                    <a:pt x="0" y="25400"/>
                  </a:moveTo>
                  <a:lnTo>
                    <a:pt x="2985262" y="0"/>
                  </a:lnTo>
                  <a:lnTo>
                    <a:pt x="2985643" y="50800"/>
                  </a:lnTo>
                  <a:lnTo>
                    <a:pt x="508" y="762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noFill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9266968" y="8069992"/>
            <a:ext cx="2239232" cy="57150"/>
            <a:chOff x="0" y="0"/>
            <a:chExt cx="2985643" cy="76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985643" cy="76200"/>
            </a:xfrm>
            <a:custGeom>
              <a:avLst/>
              <a:gdLst/>
              <a:ahLst/>
              <a:cxnLst/>
              <a:rect l="l" t="t" r="r" b="b"/>
              <a:pathLst>
                <a:path w="2985643" h="76200">
                  <a:moveTo>
                    <a:pt x="0" y="25400"/>
                  </a:moveTo>
                  <a:lnTo>
                    <a:pt x="2985262" y="0"/>
                  </a:lnTo>
                  <a:lnTo>
                    <a:pt x="2985643" y="50800"/>
                  </a:lnTo>
                  <a:lnTo>
                    <a:pt x="508" y="762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10601342" y="8983333"/>
            <a:ext cx="6846745" cy="805060"/>
            <a:chOff x="0" y="0"/>
            <a:chExt cx="9128993" cy="107341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129014" cy="1073404"/>
            </a:xfrm>
            <a:custGeom>
              <a:avLst/>
              <a:gdLst/>
              <a:ahLst/>
              <a:cxnLst/>
              <a:rect l="l" t="t" r="r" b="b"/>
              <a:pathLst>
                <a:path w="9129014" h="1073404">
                  <a:moveTo>
                    <a:pt x="0" y="0"/>
                  </a:moveTo>
                  <a:lnTo>
                    <a:pt x="9129014" y="0"/>
                  </a:lnTo>
                  <a:lnTo>
                    <a:pt x="9129014" y="1073404"/>
                  </a:lnTo>
                  <a:lnTo>
                    <a:pt x="0" y="1073404"/>
                  </a:lnTo>
                  <a:close/>
                </a:path>
              </a:pathLst>
            </a:custGeom>
            <a:solidFill>
              <a:srgbClr val="352C2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11512343" y="7734300"/>
            <a:ext cx="5064073" cy="640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1"/>
              </a:lnSpc>
            </a:pPr>
            <a:r>
              <a:rPr lang="en-US" sz="3800" spc="428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Mateo 1, 1 - 17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667778" y="9025018"/>
            <a:ext cx="6713903" cy="626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51"/>
              </a:lnSpc>
            </a:pPr>
            <a:r>
              <a:rPr lang="en-US" sz="3528" spc="409" dirty="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December 17, 2025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800759" y="1952644"/>
            <a:ext cx="8487242" cy="22660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96"/>
              </a:lnSpc>
            </a:pPr>
            <a:r>
              <a:rPr lang="en-US" sz="5400" spc="717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IKATLONG ARAW </a:t>
            </a:r>
          </a:p>
          <a:p>
            <a:pPr algn="ctr">
              <a:lnSpc>
                <a:spcPts val="9196"/>
              </a:lnSpc>
            </a:pPr>
            <a:r>
              <a:rPr lang="en-US" sz="5400" spc="717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800759" y="4381500"/>
            <a:ext cx="8487242" cy="31490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10"/>
              </a:lnSpc>
            </a:pPr>
            <a:r>
              <a:rPr lang="en-US" sz="8936" spc="1063" dirty="0">
                <a:solidFill>
                  <a:srgbClr val="40404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evan"/>
                <a:ea typeface="Bevan"/>
                <a:cs typeface="Bevan"/>
                <a:sym typeface="Bevan"/>
              </a:rPr>
              <a:t>SIMBANG GABI</a:t>
            </a:r>
          </a:p>
        </p:txBody>
      </p:sp>
      <p:sp>
        <p:nvSpPr>
          <p:cNvPr id="16" name="Freeform 7">
            <a:extLst>
              <a:ext uri="{FF2B5EF4-FFF2-40B4-BE49-F238E27FC236}">
                <a16:creationId xmlns:a16="http://schemas.microsoft.com/office/drawing/2014/main" id="{EA2D178A-1507-49D0-BC38-D31DA3225452}"/>
              </a:ext>
            </a:extLst>
          </p:cNvPr>
          <p:cNvSpPr/>
          <p:nvPr/>
        </p:nvSpPr>
        <p:spPr>
          <a:xfrm>
            <a:off x="-66011" y="-165463"/>
            <a:ext cx="9866770" cy="10617926"/>
          </a:xfrm>
          <a:custGeom>
            <a:avLst/>
            <a:gdLst/>
            <a:ahLst/>
            <a:cxnLst/>
            <a:rect l="l" t="t" r="r" b="b"/>
            <a:pathLst>
              <a:path w="9182181" h="10287000">
                <a:moveTo>
                  <a:pt x="0" y="0"/>
                </a:moveTo>
                <a:lnTo>
                  <a:pt x="9182181" y="0"/>
                </a:lnTo>
                <a:lnTo>
                  <a:pt x="918218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206" r="-50841"/>
            </a:stretch>
          </a:blipFill>
        </p:spPr>
      </p:sp>
    </p:spTree>
    <p:extLst>
      <p:ext uri="{BB962C8B-B14F-4D97-AF65-F5344CB8AC3E}">
        <p14:creationId xmlns:p14="http://schemas.microsoft.com/office/powerpoint/2010/main" val="35225078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30812" y="2324099"/>
            <a:ext cx="17626330" cy="7931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154"/>
              </a:lnSpc>
            </a:pPr>
            <a:r>
              <a:rPr lang="en-US" sz="9999" spc="1385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SI KRISTO’Y  NAMATAY, </a:t>
            </a:r>
          </a:p>
          <a:p>
            <a:pPr algn="ctr">
              <a:lnSpc>
                <a:spcPts val="4999"/>
              </a:lnSpc>
            </a:pPr>
            <a:endParaRPr lang="en-US" sz="9999" spc="1385" dirty="0">
              <a:solidFill>
                <a:srgbClr val="404040"/>
              </a:solidFill>
              <a:latin typeface="Fredoka"/>
              <a:ea typeface="Fredoka"/>
              <a:cs typeface="Fredoka"/>
              <a:sym typeface="Fredoka"/>
            </a:endParaRPr>
          </a:p>
          <a:p>
            <a:pPr algn="ctr">
              <a:lnSpc>
                <a:spcPts val="14154"/>
              </a:lnSpc>
            </a:pPr>
            <a:r>
              <a:rPr lang="en-US" sz="9999" spc="1396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SI KRISTO’Y NABUHAY,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343090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3723" y="3238500"/>
            <a:ext cx="18080507" cy="5507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154"/>
              </a:lnSpc>
            </a:pPr>
            <a:r>
              <a:rPr lang="en-US" sz="9999" spc="1396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SI KRISTO’Y BABALIK SA WAKAS NG PANAHON.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673325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008602" y="319192"/>
            <a:ext cx="1749811" cy="1559188"/>
            <a:chOff x="0" y="0"/>
            <a:chExt cx="2377566" cy="23775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77567" cy="2377567"/>
            </a:xfrm>
            <a:custGeom>
              <a:avLst/>
              <a:gdLst/>
              <a:ahLst/>
              <a:cxnLst/>
              <a:rect l="l" t="t" r="r" b="b"/>
              <a:pathLst>
                <a:path w="2377567" h="2377567">
                  <a:moveTo>
                    <a:pt x="0" y="0"/>
                  </a:moveTo>
                  <a:lnTo>
                    <a:pt x="2377567" y="0"/>
                  </a:lnTo>
                  <a:lnTo>
                    <a:pt x="2377567" y="2377567"/>
                  </a:lnTo>
                  <a:lnTo>
                    <a:pt x="0" y="2377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6535400" y="8039100"/>
            <a:ext cx="2239232" cy="57150"/>
            <a:chOff x="0" y="0"/>
            <a:chExt cx="2985643" cy="76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985643" cy="76200"/>
            </a:xfrm>
            <a:custGeom>
              <a:avLst/>
              <a:gdLst/>
              <a:ahLst/>
              <a:cxnLst/>
              <a:rect l="l" t="t" r="r" b="b"/>
              <a:pathLst>
                <a:path w="2985643" h="76200">
                  <a:moveTo>
                    <a:pt x="0" y="25400"/>
                  </a:moveTo>
                  <a:lnTo>
                    <a:pt x="2985262" y="0"/>
                  </a:lnTo>
                  <a:lnTo>
                    <a:pt x="2985643" y="50800"/>
                  </a:lnTo>
                  <a:lnTo>
                    <a:pt x="508" y="762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noFill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9266968" y="8069992"/>
            <a:ext cx="2239232" cy="57150"/>
            <a:chOff x="0" y="0"/>
            <a:chExt cx="2985643" cy="76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985643" cy="76200"/>
            </a:xfrm>
            <a:custGeom>
              <a:avLst/>
              <a:gdLst/>
              <a:ahLst/>
              <a:cxnLst/>
              <a:rect l="l" t="t" r="r" b="b"/>
              <a:pathLst>
                <a:path w="2985643" h="76200">
                  <a:moveTo>
                    <a:pt x="0" y="25400"/>
                  </a:moveTo>
                  <a:lnTo>
                    <a:pt x="2985262" y="0"/>
                  </a:lnTo>
                  <a:lnTo>
                    <a:pt x="2985643" y="50800"/>
                  </a:lnTo>
                  <a:lnTo>
                    <a:pt x="508" y="762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10601342" y="8983333"/>
            <a:ext cx="6846745" cy="805060"/>
            <a:chOff x="0" y="0"/>
            <a:chExt cx="9128993" cy="107341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129014" cy="1073404"/>
            </a:xfrm>
            <a:custGeom>
              <a:avLst/>
              <a:gdLst/>
              <a:ahLst/>
              <a:cxnLst/>
              <a:rect l="l" t="t" r="r" b="b"/>
              <a:pathLst>
                <a:path w="9129014" h="1073404">
                  <a:moveTo>
                    <a:pt x="0" y="0"/>
                  </a:moveTo>
                  <a:lnTo>
                    <a:pt x="9129014" y="0"/>
                  </a:lnTo>
                  <a:lnTo>
                    <a:pt x="9129014" y="1073404"/>
                  </a:lnTo>
                  <a:lnTo>
                    <a:pt x="0" y="1073404"/>
                  </a:lnTo>
                  <a:close/>
                </a:path>
              </a:pathLst>
            </a:custGeom>
            <a:solidFill>
              <a:srgbClr val="352C2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11512343" y="7734300"/>
            <a:ext cx="5064073" cy="640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1"/>
              </a:lnSpc>
            </a:pPr>
            <a:r>
              <a:rPr lang="en-US" sz="3800" spc="428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Mateo 1, 1 - 17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667778" y="9025018"/>
            <a:ext cx="6713903" cy="626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51"/>
              </a:lnSpc>
            </a:pPr>
            <a:r>
              <a:rPr lang="en-US" sz="3528" spc="409" dirty="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December 17, 2025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800759" y="1952644"/>
            <a:ext cx="8487242" cy="22660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96"/>
              </a:lnSpc>
            </a:pPr>
            <a:r>
              <a:rPr lang="en-US" sz="5400" spc="717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IKATLONG ARAW </a:t>
            </a:r>
          </a:p>
          <a:p>
            <a:pPr algn="ctr">
              <a:lnSpc>
                <a:spcPts val="9196"/>
              </a:lnSpc>
            </a:pPr>
            <a:r>
              <a:rPr lang="en-US" sz="5400" spc="717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800759" y="4381500"/>
            <a:ext cx="8487242" cy="31490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10"/>
              </a:lnSpc>
            </a:pPr>
            <a:r>
              <a:rPr lang="en-US" sz="8936" spc="1063" dirty="0">
                <a:solidFill>
                  <a:srgbClr val="40404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evan"/>
                <a:ea typeface="Bevan"/>
                <a:cs typeface="Bevan"/>
                <a:sym typeface="Bevan"/>
              </a:rPr>
              <a:t>SIMBANG GABI</a:t>
            </a:r>
          </a:p>
        </p:txBody>
      </p:sp>
      <p:sp>
        <p:nvSpPr>
          <p:cNvPr id="16" name="Freeform 7">
            <a:extLst>
              <a:ext uri="{FF2B5EF4-FFF2-40B4-BE49-F238E27FC236}">
                <a16:creationId xmlns:a16="http://schemas.microsoft.com/office/drawing/2014/main" id="{EA2D178A-1507-49D0-BC38-D31DA3225452}"/>
              </a:ext>
            </a:extLst>
          </p:cNvPr>
          <p:cNvSpPr/>
          <p:nvPr/>
        </p:nvSpPr>
        <p:spPr>
          <a:xfrm>
            <a:off x="-66011" y="-165463"/>
            <a:ext cx="9866770" cy="10617926"/>
          </a:xfrm>
          <a:custGeom>
            <a:avLst/>
            <a:gdLst/>
            <a:ahLst/>
            <a:cxnLst/>
            <a:rect l="l" t="t" r="r" b="b"/>
            <a:pathLst>
              <a:path w="9182181" h="10287000">
                <a:moveTo>
                  <a:pt x="0" y="0"/>
                </a:moveTo>
                <a:lnTo>
                  <a:pt x="9182181" y="0"/>
                </a:lnTo>
                <a:lnTo>
                  <a:pt x="918218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206" r="-50841"/>
            </a:stretch>
          </a:blipFill>
        </p:spPr>
      </p:sp>
    </p:spTree>
    <p:extLst>
      <p:ext uri="{BB962C8B-B14F-4D97-AF65-F5344CB8AC3E}">
        <p14:creationId xmlns:p14="http://schemas.microsoft.com/office/powerpoint/2010/main" val="3200268589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627641"/>
            <a:ext cx="16016411" cy="2478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90"/>
              </a:lnSpc>
            </a:pPr>
            <a:r>
              <a:rPr lang="en-US" sz="14024" spc="2061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AMEN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673325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008602" y="319192"/>
            <a:ext cx="1749811" cy="1559188"/>
            <a:chOff x="0" y="0"/>
            <a:chExt cx="2377566" cy="23775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77567" cy="2377567"/>
            </a:xfrm>
            <a:custGeom>
              <a:avLst/>
              <a:gdLst/>
              <a:ahLst/>
              <a:cxnLst/>
              <a:rect l="l" t="t" r="r" b="b"/>
              <a:pathLst>
                <a:path w="2377567" h="2377567">
                  <a:moveTo>
                    <a:pt x="0" y="0"/>
                  </a:moveTo>
                  <a:lnTo>
                    <a:pt x="2377567" y="0"/>
                  </a:lnTo>
                  <a:lnTo>
                    <a:pt x="2377567" y="2377567"/>
                  </a:lnTo>
                  <a:lnTo>
                    <a:pt x="0" y="2377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6535400" y="8039100"/>
            <a:ext cx="2239232" cy="57150"/>
            <a:chOff x="0" y="0"/>
            <a:chExt cx="2985643" cy="76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985643" cy="76200"/>
            </a:xfrm>
            <a:custGeom>
              <a:avLst/>
              <a:gdLst/>
              <a:ahLst/>
              <a:cxnLst/>
              <a:rect l="l" t="t" r="r" b="b"/>
              <a:pathLst>
                <a:path w="2985643" h="76200">
                  <a:moveTo>
                    <a:pt x="0" y="25400"/>
                  </a:moveTo>
                  <a:lnTo>
                    <a:pt x="2985262" y="0"/>
                  </a:lnTo>
                  <a:lnTo>
                    <a:pt x="2985643" y="50800"/>
                  </a:lnTo>
                  <a:lnTo>
                    <a:pt x="508" y="762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noFill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9266968" y="8069992"/>
            <a:ext cx="2239232" cy="57150"/>
            <a:chOff x="0" y="0"/>
            <a:chExt cx="2985643" cy="76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985643" cy="76200"/>
            </a:xfrm>
            <a:custGeom>
              <a:avLst/>
              <a:gdLst/>
              <a:ahLst/>
              <a:cxnLst/>
              <a:rect l="l" t="t" r="r" b="b"/>
              <a:pathLst>
                <a:path w="2985643" h="76200">
                  <a:moveTo>
                    <a:pt x="0" y="25400"/>
                  </a:moveTo>
                  <a:lnTo>
                    <a:pt x="2985262" y="0"/>
                  </a:lnTo>
                  <a:lnTo>
                    <a:pt x="2985643" y="50800"/>
                  </a:lnTo>
                  <a:lnTo>
                    <a:pt x="508" y="762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10601342" y="8983333"/>
            <a:ext cx="6846745" cy="805060"/>
            <a:chOff x="0" y="0"/>
            <a:chExt cx="9128993" cy="107341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129014" cy="1073404"/>
            </a:xfrm>
            <a:custGeom>
              <a:avLst/>
              <a:gdLst/>
              <a:ahLst/>
              <a:cxnLst/>
              <a:rect l="l" t="t" r="r" b="b"/>
              <a:pathLst>
                <a:path w="9129014" h="1073404">
                  <a:moveTo>
                    <a:pt x="0" y="0"/>
                  </a:moveTo>
                  <a:lnTo>
                    <a:pt x="9129014" y="0"/>
                  </a:lnTo>
                  <a:lnTo>
                    <a:pt x="9129014" y="1073404"/>
                  </a:lnTo>
                  <a:lnTo>
                    <a:pt x="0" y="1073404"/>
                  </a:lnTo>
                  <a:close/>
                </a:path>
              </a:pathLst>
            </a:custGeom>
            <a:solidFill>
              <a:srgbClr val="352C2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11512343" y="7734300"/>
            <a:ext cx="5064073" cy="640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1"/>
              </a:lnSpc>
            </a:pPr>
            <a:r>
              <a:rPr lang="en-US" sz="3800" spc="428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Mateo 1, 1 - 17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667778" y="9025018"/>
            <a:ext cx="6713903" cy="626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51"/>
              </a:lnSpc>
            </a:pPr>
            <a:r>
              <a:rPr lang="en-US" sz="3528" spc="409" dirty="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December 17, 2025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800759" y="1952644"/>
            <a:ext cx="8487242" cy="22660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96"/>
              </a:lnSpc>
            </a:pPr>
            <a:r>
              <a:rPr lang="en-US" sz="5400" spc="717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IKATLONG ARAW </a:t>
            </a:r>
          </a:p>
          <a:p>
            <a:pPr algn="ctr">
              <a:lnSpc>
                <a:spcPts val="9196"/>
              </a:lnSpc>
            </a:pPr>
            <a:r>
              <a:rPr lang="en-US" sz="5400" spc="717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800759" y="4381500"/>
            <a:ext cx="8487242" cy="31490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10"/>
              </a:lnSpc>
            </a:pPr>
            <a:r>
              <a:rPr lang="en-US" sz="8936" spc="1063" dirty="0">
                <a:solidFill>
                  <a:srgbClr val="40404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evan"/>
                <a:ea typeface="Bevan"/>
                <a:cs typeface="Bevan"/>
                <a:sym typeface="Bevan"/>
              </a:rPr>
              <a:t>SIMBANG GABI</a:t>
            </a:r>
          </a:p>
        </p:txBody>
      </p:sp>
      <p:sp>
        <p:nvSpPr>
          <p:cNvPr id="16" name="Freeform 7">
            <a:extLst>
              <a:ext uri="{FF2B5EF4-FFF2-40B4-BE49-F238E27FC236}">
                <a16:creationId xmlns:a16="http://schemas.microsoft.com/office/drawing/2014/main" id="{EA2D178A-1507-49D0-BC38-D31DA3225452}"/>
              </a:ext>
            </a:extLst>
          </p:cNvPr>
          <p:cNvSpPr/>
          <p:nvPr/>
        </p:nvSpPr>
        <p:spPr>
          <a:xfrm>
            <a:off x="-66011" y="-165463"/>
            <a:ext cx="9866770" cy="10617926"/>
          </a:xfrm>
          <a:custGeom>
            <a:avLst/>
            <a:gdLst/>
            <a:ahLst/>
            <a:cxnLst/>
            <a:rect l="l" t="t" r="r" b="b"/>
            <a:pathLst>
              <a:path w="9182181" h="10287000">
                <a:moveTo>
                  <a:pt x="0" y="0"/>
                </a:moveTo>
                <a:lnTo>
                  <a:pt x="9182181" y="0"/>
                </a:lnTo>
                <a:lnTo>
                  <a:pt x="918218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206" r="-50841"/>
            </a:stretch>
          </a:blipFill>
        </p:spPr>
      </p:sp>
    </p:spTree>
    <p:extLst>
      <p:ext uri="{BB962C8B-B14F-4D97-AF65-F5344CB8AC3E}">
        <p14:creationId xmlns:p14="http://schemas.microsoft.com/office/powerpoint/2010/main" val="2817666537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3723" y="3400041"/>
            <a:ext cx="18080507" cy="3486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154"/>
              </a:lnSpc>
            </a:pPr>
            <a:r>
              <a:rPr lang="en-US" sz="9999" spc="1396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GIVE THANKS WITH A GRATEFUL HEART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673325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2862993695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3723" y="3400041"/>
            <a:ext cx="18080507" cy="3486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154"/>
              </a:lnSpc>
            </a:pPr>
            <a:r>
              <a:rPr lang="en-US" sz="9999" spc="1396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GIVE THANKS TO THE HOLY ONE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673325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3891439645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3723" y="3400041"/>
            <a:ext cx="18080507" cy="5307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154"/>
              </a:lnSpc>
            </a:pPr>
            <a:r>
              <a:rPr lang="en-US" sz="9999" spc="1396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GIVE THANKS BECAUSE HE’S GIVEN JESUS CHRIST HIS SON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673325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1604759972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3723" y="3400041"/>
            <a:ext cx="18080507" cy="3486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154"/>
              </a:lnSpc>
            </a:pPr>
            <a:r>
              <a:rPr lang="en-US" sz="9999" spc="1396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GIVE THANKS WITH A GRATEFUL HEART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673325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807513818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3723" y="3400041"/>
            <a:ext cx="18080507" cy="3486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154"/>
              </a:lnSpc>
            </a:pPr>
            <a:r>
              <a:rPr lang="en-US" sz="9999" spc="1396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GIVE THANKS TO THE HOLY ONE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673325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816440523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3723" y="3400041"/>
            <a:ext cx="18080507" cy="5307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154"/>
              </a:lnSpc>
            </a:pPr>
            <a:r>
              <a:rPr lang="en-US" sz="9999" spc="1396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GIVE THANKS BECAUSE HE’S GIVEN JESUS CHRIST HIS SON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673325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122875482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3723" y="3400041"/>
            <a:ext cx="18080507" cy="5307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154"/>
              </a:lnSpc>
            </a:pPr>
            <a:r>
              <a:rPr lang="en-US" sz="9999" spc="1396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AND NOW, LET THE WEAK SAY “I AM STRONG.”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673325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3057606709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3723" y="3400041"/>
            <a:ext cx="18080507" cy="3486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154"/>
              </a:lnSpc>
            </a:pPr>
            <a:r>
              <a:rPr lang="en-US" sz="9999" spc="1396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LET THE POOR SAY </a:t>
            </a:r>
          </a:p>
          <a:p>
            <a:pPr algn="ctr">
              <a:lnSpc>
                <a:spcPts val="14154"/>
              </a:lnSpc>
            </a:pPr>
            <a:r>
              <a:rPr lang="en-US" sz="9999" spc="1396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“I AM RICH.”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673325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1936427567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3723" y="3400041"/>
            <a:ext cx="18080507" cy="5307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154"/>
              </a:lnSpc>
            </a:pPr>
            <a:r>
              <a:rPr lang="en-US" sz="9999" spc="1396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BECAUSE OF WHAT THE LORD HAS DONE FOR US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673325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1777587447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3723" y="3400041"/>
            <a:ext cx="18080507" cy="5307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154"/>
              </a:lnSpc>
            </a:pPr>
            <a:r>
              <a:rPr lang="en-US" sz="9999" spc="1396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AND NOW, LET THE WEAK SAY “I AM STRONG.”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673325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3204518856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3723" y="3400041"/>
            <a:ext cx="18080507" cy="3486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154"/>
              </a:lnSpc>
            </a:pPr>
            <a:r>
              <a:rPr lang="en-US" sz="9999" spc="1396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LET THE POOR SAY </a:t>
            </a:r>
          </a:p>
          <a:p>
            <a:pPr algn="ctr">
              <a:lnSpc>
                <a:spcPts val="14154"/>
              </a:lnSpc>
            </a:pPr>
            <a:r>
              <a:rPr lang="en-US" sz="9999" spc="1396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“I AM RICH.”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673325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1599781493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3723" y="3400041"/>
            <a:ext cx="18080507" cy="5307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154"/>
              </a:lnSpc>
            </a:pPr>
            <a:r>
              <a:rPr lang="en-US" sz="9999" spc="1396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BECAUSE OF WHAT THE LORD HAS DONE FOR US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673325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2397276616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3723" y="3400041"/>
            <a:ext cx="18080507" cy="5307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154"/>
              </a:lnSpc>
            </a:pPr>
            <a:r>
              <a:rPr lang="en-US" sz="9999" spc="1396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GIVE THANKS,</a:t>
            </a:r>
          </a:p>
          <a:p>
            <a:pPr algn="ctr">
              <a:lnSpc>
                <a:spcPts val="14154"/>
              </a:lnSpc>
            </a:pPr>
            <a:r>
              <a:rPr lang="en-US" sz="9999" spc="1396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GIVE THANKS,</a:t>
            </a:r>
          </a:p>
          <a:p>
            <a:pPr algn="ctr">
              <a:lnSpc>
                <a:spcPts val="14154"/>
              </a:lnSpc>
            </a:pPr>
            <a:r>
              <a:rPr lang="en-US" sz="9999" spc="1396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WE GIVE THANKS!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673325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3338159041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008602" y="319192"/>
            <a:ext cx="1749811" cy="1559188"/>
            <a:chOff x="0" y="0"/>
            <a:chExt cx="2377566" cy="23775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77567" cy="2377567"/>
            </a:xfrm>
            <a:custGeom>
              <a:avLst/>
              <a:gdLst/>
              <a:ahLst/>
              <a:cxnLst/>
              <a:rect l="l" t="t" r="r" b="b"/>
              <a:pathLst>
                <a:path w="2377567" h="2377567">
                  <a:moveTo>
                    <a:pt x="0" y="0"/>
                  </a:moveTo>
                  <a:lnTo>
                    <a:pt x="2377567" y="0"/>
                  </a:lnTo>
                  <a:lnTo>
                    <a:pt x="2377567" y="2377567"/>
                  </a:lnTo>
                  <a:lnTo>
                    <a:pt x="0" y="2377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6535400" y="8039100"/>
            <a:ext cx="2239232" cy="57150"/>
            <a:chOff x="0" y="0"/>
            <a:chExt cx="2985643" cy="76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985643" cy="76200"/>
            </a:xfrm>
            <a:custGeom>
              <a:avLst/>
              <a:gdLst/>
              <a:ahLst/>
              <a:cxnLst/>
              <a:rect l="l" t="t" r="r" b="b"/>
              <a:pathLst>
                <a:path w="2985643" h="76200">
                  <a:moveTo>
                    <a:pt x="0" y="25400"/>
                  </a:moveTo>
                  <a:lnTo>
                    <a:pt x="2985262" y="0"/>
                  </a:lnTo>
                  <a:lnTo>
                    <a:pt x="2985643" y="50800"/>
                  </a:lnTo>
                  <a:lnTo>
                    <a:pt x="508" y="762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noFill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9266968" y="8069992"/>
            <a:ext cx="2239232" cy="57150"/>
            <a:chOff x="0" y="0"/>
            <a:chExt cx="2985643" cy="76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985643" cy="76200"/>
            </a:xfrm>
            <a:custGeom>
              <a:avLst/>
              <a:gdLst/>
              <a:ahLst/>
              <a:cxnLst/>
              <a:rect l="l" t="t" r="r" b="b"/>
              <a:pathLst>
                <a:path w="2985643" h="76200">
                  <a:moveTo>
                    <a:pt x="0" y="25400"/>
                  </a:moveTo>
                  <a:lnTo>
                    <a:pt x="2985262" y="0"/>
                  </a:lnTo>
                  <a:lnTo>
                    <a:pt x="2985643" y="50800"/>
                  </a:lnTo>
                  <a:lnTo>
                    <a:pt x="508" y="762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10601342" y="8983333"/>
            <a:ext cx="6846745" cy="805060"/>
            <a:chOff x="0" y="0"/>
            <a:chExt cx="9128993" cy="107341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129014" cy="1073404"/>
            </a:xfrm>
            <a:custGeom>
              <a:avLst/>
              <a:gdLst/>
              <a:ahLst/>
              <a:cxnLst/>
              <a:rect l="l" t="t" r="r" b="b"/>
              <a:pathLst>
                <a:path w="9129014" h="1073404">
                  <a:moveTo>
                    <a:pt x="0" y="0"/>
                  </a:moveTo>
                  <a:lnTo>
                    <a:pt x="9129014" y="0"/>
                  </a:lnTo>
                  <a:lnTo>
                    <a:pt x="9129014" y="1073404"/>
                  </a:lnTo>
                  <a:lnTo>
                    <a:pt x="0" y="1073404"/>
                  </a:lnTo>
                  <a:close/>
                </a:path>
              </a:pathLst>
            </a:custGeom>
            <a:solidFill>
              <a:srgbClr val="352C2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11512343" y="7734300"/>
            <a:ext cx="5064073" cy="640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1"/>
              </a:lnSpc>
            </a:pPr>
            <a:r>
              <a:rPr lang="en-US" sz="3800" spc="428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Mateo 1, 1 - 17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667778" y="9025018"/>
            <a:ext cx="6713903" cy="626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51"/>
              </a:lnSpc>
            </a:pPr>
            <a:r>
              <a:rPr lang="en-US" sz="3528" spc="409" dirty="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December 17, 2025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800759" y="1952644"/>
            <a:ext cx="8487242" cy="22660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96"/>
              </a:lnSpc>
            </a:pPr>
            <a:r>
              <a:rPr lang="en-US" sz="5400" spc="717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IKATLONG ARAW </a:t>
            </a:r>
          </a:p>
          <a:p>
            <a:pPr algn="ctr">
              <a:lnSpc>
                <a:spcPts val="9196"/>
              </a:lnSpc>
            </a:pPr>
            <a:r>
              <a:rPr lang="en-US" sz="5400" spc="717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800759" y="4381500"/>
            <a:ext cx="8487242" cy="31490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10"/>
              </a:lnSpc>
            </a:pPr>
            <a:r>
              <a:rPr lang="en-US" sz="8936" spc="1063" dirty="0">
                <a:solidFill>
                  <a:srgbClr val="40404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evan"/>
                <a:ea typeface="Bevan"/>
                <a:cs typeface="Bevan"/>
                <a:sym typeface="Bevan"/>
              </a:rPr>
              <a:t>SIMBANG GABI</a:t>
            </a:r>
          </a:p>
        </p:txBody>
      </p:sp>
      <p:sp>
        <p:nvSpPr>
          <p:cNvPr id="16" name="Freeform 7">
            <a:extLst>
              <a:ext uri="{FF2B5EF4-FFF2-40B4-BE49-F238E27FC236}">
                <a16:creationId xmlns:a16="http://schemas.microsoft.com/office/drawing/2014/main" id="{EA2D178A-1507-49D0-BC38-D31DA3225452}"/>
              </a:ext>
            </a:extLst>
          </p:cNvPr>
          <p:cNvSpPr/>
          <p:nvPr/>
        </p:nvSpPr>
        <p:spPr>
          <a:xfrm>
            <a:off x="-66011" y="-165463"/>
            <a:ext cx="9866770" cy="10617926"/>
          </a:xfrm>
          <a:custGeom>
            <a:avLst/>
            <a:gdLst/>
            <a:ahLst/>
            <a:cxnLst/>
            <a:rect l="l" t="t" r="r" b="b"/>
            <a:pathLst>
              <a:path w="9182181" h="10287000">
                <a:moveTo>
                  <a:pt x="0" y="0"/>
                </a:moveTo>
                <a:lnTo>
                  <a:pt x="9182181" y="0"/>
                </a:lnTo>
                <a:lnTo>
                  <a:pt x="918218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206" r="-50841"/>
            </a:stretch>
          </a:blipFill>
        </p:spPr>
      </p:sp>
    </p:spTree>
    <p:extLst>
      <p:ext uri="{BB962C8B-B14F-4D97-AF65-F5344CB8AC3E}">
        <p14:creationId xmlns:p14="http://schemas.microsoft.com/office/powerpoint/2010/main" val="1667607970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7331" y="2339253"/>
            <a:ext cx="17973291" cy="7968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742"/>
              </a:lnSpc>
            </a:pPr>
            <a:r>
              <a:rPr lang="en-US" sz="9572" spc="957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AMA NAMIN </a:t>
            </a:r>
          </a:p>
          <a:p>
            <a:pPr algn="ctr">
              <a:lnSpc>
                <a:spcPts val="14742"/>
              </a:lnSpc>
            </a:pPr>
            <a:r>
              <a:rPr lang="en-US" sz="9572" spc="957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SUMASALANGIT KA, </a:t>
            </a:r>
          </a:p>
          <a:p>
            <a:pPr algn="ctr">
              <a:lnSpc>
                <a:spcPts val="14742"/>
              </a:lnSpc>
            </a:pPr>
            <a:r>
              <a:rPr lang="en-US" sz="9572" spc="957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SAMBAHIN ANG </a:t>
            </a:r>
          </a:p>
          <a:p>
            <a:pPr algn="ctr">
              <a:lnSpc>
                <a:spcPts val="14742"/>
              </a:lnSpc>
            </a:pPr>
            <a:r>
              <a:rPr lang="en-US" sz="9572" spc="957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NGALAN MO, 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-38100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13040" y="2247709"/>
            <a:ext cx="17061873" cy="6967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936"/>
              </a:lnSpc>
            </a:pPr>
            <a:r>
              <a:rPr lang="en-US" sz="10073" spc="1007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 MAPASAAMIN ANG KAHARIAN MO</a:t>
            </a:r>
          </a:p>
          <a:p>
            <a:pPr algn="ctr">
              <a:lnSpc>
                <a:spcPts val="18936"/>
              </a:lnSpc>
            </a:pPr>
            <a:r>
              <a:rPr lang="en-US" sz="10073" spc="1007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SUNDIN ANG LOOB MO, 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66700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13040" y="2628900"/>
            <a:ext cx="17061873" cy="6008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312"/>
              </a:lnSpc>
            </a:pPr>
            <a:r>
              <a:rPr lang="en-US" sz="10271" spc="1027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DITO SA LUPA PARA LANG SA LANGIT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440814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2427968"/>
            <a:ext cx="18288000" cy="6198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15"/>
              </a:lnSpc>
            </a:pPr>
            <a:r>
              <a:rPr lang="en-US" sz="9138" spc="911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BIGYAN MO  KAMI NGAYON NG AMING KAKANIN SA ARAW </a:t>
            </a:r>
            <a:r>
              <a:rPr lang="en-US" sz="9138" spc="911" dirty="0" err="1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ARAW</a:t>
            </a:r>
            <a:r>
              <a:rPr lang="en-US" sz="9138" spc="911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,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440814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3837" y="2781300"/>
            <a:ext cx="17720279" cy="4453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471"/>
              </a:lnSpc>
            </a:pPr>
            <a:r>
              <a:rPr lang="en-US" sz="10036" spc="1002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AT PATAWARIN MO ANG AMING MGA SALA,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440814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0926" y="2781300"/>
            <a:ext cx="17266102" cy="6272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999"/>
              </a:lnSpc>
            </a:pPr>
            <a:r>
              <a:rPr lang="en-US" sz="9238" spc="459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PARA NG PAGPAPATAWAD NAMIN SA NAGKAKASALA SA AMIN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440814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90001" y="2400929"/>
            <a:ext cx="16107951" cy="7650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17"/>
              </a:lnSpc>
            </a:pPr>
            <a:r>
              <a:rPr lang="en-US" sz="10298" spc="514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AT HUWAG MO KAMING IPAHINTULOT SA TUKSO,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440814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90001" y="2628900"/>
            <a:ext cx="16107951" cy="6586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17"/>
              </a:lnSpc>
            </a:pPr>
            <a:r>
              <a:rPr lang="en-US" sz="10298" spc="1029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AT IADYA MO KAMI SA LAHAT NG MASAMA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440814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008602" y="319192"/>
            <a:ext cx="1749811" cy="1559188"/>
            <a:chOff x="0" y="0"/>
            <a:chExt cx="2377566" cy="23775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77567" cy="2377567"/>
            </a:xfrm>
            <a:custGeom>
              <a:avLst/>
              <a:gdLst/>
              <a:ahLst/>
              <a:cxnLst/>
              <a:rect l="l" t="t" r="r" b="b"/>
              <a:pathLst>
                <a:path w="2377567" h="2377567">
                  <a:moveTo>
                    <a:pt x="0" y="0"/>
                  </a:moveTo>
                  <a:lnTo>
                    <a:pt x="2377567" y="0"/>
                  </a:lnTo>
                  <a:lnTo>
                    <a:pt x="2377567" y="2377567"/>
                  </a:lnTo>
                  <a:lnTo>
                    <a:pt x="0" y="2377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6535400" y="8039100"/>
            <a:ext cx="2239232" cy="57150"/>
            <a:chOff x="0" y="0"/>
            <a:chExt cx="2985643" cy="76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985643" cy="76200"/>
            </a:xfrm>
            <a:custGeom>
              <a:avLst/>
              <a:gdLst/>
              <a:ahLst/>
              <a:cxnLst/>
              <a:rect l="l" t="t" r="r" b="b"/>
              <a:pathLst>
                <a:path w="2985643" h="76200">
                  <a:moveTo>
                    <a:pt x="0" y="25400"/>
                  </a:moveTo>
                  <a:lnTo>
                    <a:pt x="2985262" y="0"/>
                  </a:lnTo>
                  <a:lnTo>
                    <a:pt x="2985643" y="50800"/>
                  </a:lnTo>
                  <a:lnTo>
                    <a:pt x="508" y="762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noFill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9266968" y="8069992"/>
            <a:ext cx="2239232" cy="57150"/>
            <a:chOff x="0" y="0"/>
            <a:chExt cx="2985643" cy="76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985643" cy="76200"/>
            </a:xfrm>
            <a:custGeom>
              <a:avLst/>
              <a:gdLst/>
              <a:ahLst/>
              <a:cxnLst/>
              <a:rect l="l" t="t" r="r" b="b"/>
              <a:pathLst>
                <a:path w="2985643" h="76200">
                  <a:moveTo>
                    <a:pt x="0" y="25400"/>
                  </a:moveTo>
                  <a:lnTo>
                    <a:pt x="2985262" y="0"/>
                  </a:lnTo>
                  <a:lnTo>
                    <a:pt x="2985643" y="50800"/>
                  </a:lnTo>
                  <a:lnTo>
                    <a:pt x="508" y="762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10601342" y="8983333"/>
            <a:ext cx="6846745" cy="805060"/>
            <a:chOff x="0" y="0"/>
            <a:chExt cx="9128993" cy="107341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129014" cy="1073404"/>
            </a:xfrm>
            <a:custGeom>
              <a:avLst/>
              <a:gdLst/>
              <a:ahLst/>
              <a:cxnLst/>
              <a:rect l="l" t="t" r="r" b="b"/>
              <a:pathLst>
                <a:path w="9129014" h="1073404">
                  <a:moveTo>
                    <a:pt x="0" y="0"/>
                  </a:moveTo>
                  <a:lnTo>
                    <a:pt x="9129014" y="0"/>
                  </a:lnTo>
                  <a:lnTo>
                    <a:pt x="9129014" y="1073404"/>
                  </a:lnTo>
                  <a:lnTo>
                    <a:pt x="0" y="1073404"/>
                  </a:lnTo>
                  <a:close/>
                </a:path>
              </a:pathLst>
            </a:custGeom>
            <a:solidFill>
              <a:srgbClr val="352C2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11512343" y="7734300"/>
            <a:ext cx="5064073" cy="640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1"/>
              </a:lnSpc>
            </a:pPr>
            <a:r>
              <a:rPr lang="en-US" sz="3800" spc="428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Mateo 1, 1 - 17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667778" y="9025018"/>
            <a:ext cx="6713903" cy="626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51"/>
              </a:lnSpc>
            </a:pPr>
            <a:r>
              <a:rPr lang="en-US" sz="3528" spc="409" dirty="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December 17, 2025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800759" y="1952644"/>
            <a:ext cx="8487242" cy="22660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96"/>
              </a:lnSpc>
            </a:pPr>
            <a:r>
              <a:rPr lang="en-US" sz="5400" spc="717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IKATLONG ARAW </a:t>
            </a:r>
          </a:p>
          <a:p>
            <a:pPr algn="ctr">
              <a:lnSpc>
                <a:spcPts val="9196"/>
              </a:lnSpc>
            </a:pPr>
            <a:r>
              <a:rPr lang="en-US" sz="5400" spc="717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800759" y="4381500"/>
            <a:ext cx="8487242" cy="31490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10"/>
              </a:lnSpc>
            </a:pPr>
            <a:r>
              <a:rPr lang="en-US" sz="8936" spc="1063" dirty="0">
                <a:solidFill>
                  <a:srgbClr val="40404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evan"/>
                <a:ea typeface="Bevan"/>
                <a:cs typeface="Bevan"/>
                <a:sym typeface="Bevan"/>
              </a:rPr>
              <a:t>SIMBANG GABI</a:t>
            </a:r>
          </a:p>
        </p:txBody>
      </p:sp>
      <p:sp>
        <p:nvSpPr>
          <p:cNvPr id="16" name="Freeform 7">
            <a:extLst>
              <a:ext uri="{FF2B5EF4-FFF2-40B4-BE49-F238E27FC236}">
                <a16:creationId xmlns:a16="http://schemas.microsoft.com/office/drawing/2014/main" id="{EA2D178A-1507-49D0-BC38-D31DA3225452}"/>
              </a:ext>
            </a:extLst>
          </p:cNvPr>
          <p:cNvSpPr/>
          <p:nvPr/>
        </p:nvSpPr>
        <p:spPr>
          <a:xfrm>
            <a:off x="-66011" y="-165463"/>
            <a:ext cx="9866770" cy="10617926"/>
          </a:xfrm>
          <a:custGeom>
            <a:avLst/>
            <a:gdLst/>
            <a:ahLst/>
            <a:cxnLst/>
            <a:rect l="l" t="t" r="r" b="b"/>
            <a:pathLst>
              <a:path w="9182181" h="10287000">
                <a:moveTo>
                  <a:pt x="0" y="0"/>
                </a:moveTo>
                <a:lnTo>
                  <a:pt x="9182181" y="0"/>
                </a:lnTo>
                <a:lnTo>
                  <a:pt x="918218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206" r="-50841"/>
            </a:stretch>
          </a:blipFill>
        </p:spPr>
      </p:sp>
    </p:spTree>
    <p:extLst>
      <p:ext uri="{BB962C8B-B14F-4D97-AF65-F5344CB8AC3E}">
        <p14:creationId xmlns:p14="http://schemas.microsoft.com/office/powerpoint/2010/main" val="2899618233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2861376"/>
            <a:ext cx="16016411" cy="6695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932"/>
              </a:lnSpc>
            </a:pPr>
            <a:r>
              <a:rPr lang="en-US" sz="10024" spc="1472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SAPAGKAT SA’YO ANG KAHARIAN, ANG KAPANGYARIHAN,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440814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21450" y="3234424"/>
            <a:ext cx="16845100" cy="319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932"/>
              </a:lnSpc>
            </a:pPr>
            <a:r>
              <a:rPr lang="en-US" sz="10024" spc="1472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AT ANG KAPURIHAN, MAGPAKAILANMAN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440814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21427" y="4152900"/>
            <a:ext cx="16845100" cy="1654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932"/>
              </a:lnSpc>
            </a:pPr>
            <a:r>
              <a:rPr lang="en-US" sz="12000" spc="1472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AMEN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440814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3420783652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008602" y="319192"/>
            <a:ext cx="1749811" cy="1559188"/>
            <a:chOff x="0" y="0"/>
            <a:chExt cx="2377566" cy="23775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77567" cy="2377567"/>
            </a:xfrm>
            <a:custGeom>
              <a:avLst/>
              <a:gdLst/>
              <a:ahLst/>
              <a:cxnLst/>
              <a:rect l="l" t="t" r="r" b="b"/>
              <a:pathLst>
                <a:path w="2377567" h="2377567">
                  <a:moveTo>
                    <a:pt x="0" y="0"/>
                  </a:moveTo>
                  <a:lnTo>
                    <a:pt x="2377567" y="0"/>
                  </a:lnTo>
                  <a:lnTo>
                    <a:pt x="2377567" y="2377567"/>
                  </a:lnTo>
                  <a:lnTo>
                    <a:pt x="0" y="2377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6535400" y="8039100"/>
            <a:ext cx="2239232" cy="57150"/>
            <a:chOff x="0" y="0"/>
            <a:chExt cx="2985643" cy="76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985643" cy="76200"/>
            </a:xfrm>
            <a:custGeom>
              <a:avLst/>
              <a:gdLst/>
              <a:ahLst/>
              <a:cxnLst/>
              <a:rect l="l" t="t" r="r" b="b"/>
              <a:pathLst>
                <a:path w="2985643" h="76200">
                  <a:moveTo>
                    <a:pt x="0" y="25400"/>
                  </a:moveTo>
                  <a:lnTo>
                    <a:pt x="2985262" y="0"/>
                  </a:lnTo>
                  <a:lnTo>
                    <a:pt x="2985643" y="50800"/>
                  </a:lnTo>
                  <a:lnTo>
                    <a:pt x="508" y="762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noFill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9266968" y="8069992"/>
            <a:ext cx="2239232" cy="57150"/>
            <a:chOff x="0" y="0"/>
            <a:chExt cx="2985643" cy="76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985643" cy="76200"/>
            </a:xfrm>
            <a:custGeom>
              <a:avLst/>
              <a:gdLst/>
              <a:ahLst/>
              <a:cxnLst/>
              <a:rect l="l" t="t" r="r" b="b"/>
              <a:pathLst>
                <a:path w="2985643" h="76200">
                  <a:moveTo>
                    <a:pt x="0" y="25400"/>
                  </a:moveTo>
                  <a:lnTo>
                    <a:pt x="2985262" y="0"/>
                  </a:lnTo>
                  <a:lnTo>
                    <a:pt x="2985643" y="50800"/>
                  </a:lnTo>
                  <a:lnTo>
                    <a:pt x="508" y="762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10601342" y="8983333"/>
            <a:ext cx="6846745" cy="805060"/>
            <a:chOff x="0" y="0"/>
            <a:chExt cx="9128993" cy="107341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129014" cy="1073404"/>
            </a:xfrm>
            <a:custGeom>
              <a:avLst/>
              <a:gdLst/>
              <a:ahLst/>
              <a:cxnLst/>
              <a:rect l="l" t="t" r="r" b="b"/>
              <a:pathLst>
                <a:path w="9129014" h="1073404">
                  <a:moveTo>
                    <a:pt x="0" y="0"/>
                  </a:moveTo>
                  <a:lnTo>
                    <a:pt x="9129014" y="0"/>
                  </a:lnTo>
                  <a:lnTo>
                    <a:pt x="9129014" y="1073404"/>
                  </a:lnTo>
                  <a:lnTo>
                    <a:pt x="0" y="1073404"/>
                  </a:lnTo>
                  <a:close/>
                </a:path>
              </a:pathLst>
            </a:custGeom>
            <a:solidFill>
              <a:srgbClr val="352C2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11512343" y="7734300"/>
            <a:ext cx="5064073" cy="640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1"/>
              </a:lnSpc>
            </a:pPr>
            <a:r>
              <a:rPr lang="en-US" sz="3800" spc="428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Mateo 1, 1 - 17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667778" y="9025018"/>
            <a:ext cx="6713903" cy="626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51"/>
              </a:lnSpc>
            </a:pPr>
            <a:r>
              <a:rPr lang="en-US" sz="3528" spc="409" dirty="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December 17, 2025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800759" y="1952644"/>
            <a:ext cx="8487242" cy="22660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96"/>
              </a:lnSpc>
            </a:pPr>
            <a:r>
              <a:rPr lang="en-US" sz="5400" spc="717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IKATLONG ARAW </a:t>
            </a:r>
          </a:p>
          <a:p>
            <a:pPr algn="ctr">
              <a:lnSpc>
                <a:spcPts val="9196"/>
              </a:lnSpc>
            </a:pPr>
            <a:r>
              <a:rPr lang="en-US" sz="5400" spc="717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800759" y="4381500"/>
            <a:ext cx="8487242" cy="31490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10"/>
              </a:lnSpc>
            </a:pPr>
            <a:r>
              <a:rPr lang="en-US" sz="8936" spc="1063" dirty="0">
                <a:solidFill>
                  <a:srgbClr val="40404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evan"/>
                <a:ea typeface="Bevan"/>
                <a:cs typeface="Bevan"/>
                <a:sym typeface="Bevan"/>
              </a:rPr>
              <a:t>SIMBANG GABI</a:t>
            </a:r>
          </a:p>
        </p:txBody>
      </p:sp>
      <p:sp>
        <p:nvSpPr>
          <p:cNvPr id="16" name="Freeform 7">
            <a:extLst>
              <a:ext uri="{FF2B5EF4-FFF2-40B4-BE49-F238E27FC236}">
                <a16:creationId xmlns:a16="http://schemas.microsoft.com/office/drawing/2014/main" id="{EA2D178A-1507-49D0-BC38-D31DA3225452}"/>
              </a:ext>
            </a:extLst>
          </p:cNvPr>
          <p:cNvSpPr/>
          <p:nvPr/>
        </p:nvSpPr>
        <p:spPr>
          <a:xfrm>
            <a:off x="-66011" y="-165463"/>
            <a:ext cx="9866770" cy="10617926"/>
          </a:xfrm>
          <a:custGeom>
            <a:avLst/>
            <a:gdLst/>
            <a:ahLst/>
            <a:cxnLst/>
            <a:rect l="l" t="t" r="r" b="b"/>
            <a:pathLst>
              <a:path w="9182181" h="10287000">
                <a:moveTo>
                  <a:pt x="0" y="0"/>
                </a:moveTo>
                <a:lnTo>
                  <a:pt x="9182181" y="0"/>
                </a:lnTo>
                <a:lnTo>
                  <a:pt x="918218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206" r="-50841"/>
            </a:stretch>
          </a:blipFill>
        </p:spPr>
      </p:sp>
    </p:spTree>
    <p:extLst>
      <p:ext uri="{BB962C8B-B14F-4D97-AF65-F5344CB8AC3E}">
        <p14:creationId xmlns:p14="http://schemas.microsoft.com/office/powerpoint/2010/main" val="2146829066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4104848"/>
            <a:ext cx="16016411" cy="1794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576"/>
              </a:lnSpc>
            </a:pPr>
            <a:r>
              <a:rPr lang="en-US" sz="12000" spc="1546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AMEN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440814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4104848"/>
            <a:ext cx="16016411" cy="1623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576"/>
              </a:lnSpc>
            </a:pPr>
            <a:r>
              <a:rPr lang="en-US" sz="11000" spc="1546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AT SUMAIYO RIN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440814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27135" y="2933700"/>
            <a:ext cx="16833683" cy="6757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35"/>
              </a:lnSpc>
            </a:pPr>
            <a:r>
              <a:rPr lang="en-US" sz="10024" spc="501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KORDERO NG DIYOS NA </a:t>
            </a:r>
          </a:p>
          <a:p>
            <a:pPr algn="ctr">
              <a:lnSpc>
                <a:spcPts val="19849"/>
              </a:lnSpc>
            </a:pPr>
            <a:r>
              <a:rPr lang="en-US" sz="10024" spc="501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NAG AALIS NG MGA KASALANAN SA MUNDO,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-589471" y="754114"/>
            <a:ext cx="6948829" cy="803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Kordero ng Diyos 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8153473" y="440814"/>
            <a:ext cx="1981010" cy="1981010"/>
            <a:chOff x="0" y="0"/>
            <a:chExt cx="2641347" cy="264134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65173" y="2442717"/>
            <a:ext cx="15357608" cy="67483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555"/>
              </a:lnSpc>
            </a:pPr>
            <a:r>
              <a:rPr lang="en-US" sz="10029" spc="499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MAAWA KA SA AMIN,</a:t>
            </a:r>
          </a:p>
          <a:p>
            <a:pPr algn="ctr">
              <a:lnSpc>
                <a:spcPts val="18052"/>
              </a:lnSpc>
            </a:pPr>
            <a:r>
              <a:rPr lang="en-US" sz="10029" spc="499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 KORDERO NG DIYOS MAAWA KA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440814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27159" y="2541539"/>
            <a:ext cx="16833683" cy="6757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35"/>
              </a:lnSpc>
            </a:pPr>
            <a:r>
              <a:rPr lang="en-US" sz="10024" spc="501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KORDERO NG DIYOS NA </a:t>
            </a:r>
          </a:p>
          <a:p>
            <a:pPr algn="ctr">
              <a:lnSpc>
                <a:spcPts val="19849"/>
              </a:lnSpc>
            </a:pPr>
            <a:r>
              <a:rPr lang="en-US" sz="10024" spc="501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NAG AALIS NG MGA KASALANAN SA MUNDO,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440814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65173" y="2455007"/>
            <a:ext cx="15357608" cy="6648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44"/>
              </a:lnSpc>
            </a:pPr>
            <a:r>
              <a:rPr lang="en-US" sz="10024" spc="501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MAAWA KA SA AMIN,</a:t>
            </a:r>
          </a:p>
          <a:p>
            <a:pPr algn="ctr">
              <a:lnSpc>
                <a:spcPts val="18044"/>
              </a:lnSpc>
            </a:pPr>
            <a:r>
              <a:rPr lang="en-US" sz="10024" spc="501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 KORDERO NG DIYOS MAAWA KA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440814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27159" y="2585560"/>
            <a:ext cx="16833683" cy="6757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35"/>
              </a:lnSpc>
            </a:pPr>
            <a:r>
              <a:rPr lang="en-US" sz="10024" spc="501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KORDERO NG DIYOS NA </a:t>
            </a:r>
          </a:p>
          <a:p>
            <a:pPr algn="ctr">
              <a:lnSpc>
                <a:spcPts val="19849"/>
              </a:lnSpc>
            </a:pPr>
            <a:r>
              <a:rPr lang="en-US" sz="10024" spc="501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NAG AALIS NG MGA KASALANAN SA MUNDO,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440814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2471" y="3162300"/>
            <a:ext cx="16483012" cy="6134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999"/>
              </a:lnSpc>
            </a:pPr>
            <a:r>
              <a:rPr lang="en-US" sz="9999" spc="497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 IPAGKALOOB MO </a:t>
            </a:r>
          </a:p>
          <a:p>
            <a:pPr algn="ctr">
              <a:lnSpc>
                <a:spcPts val="14999"/>
              </a:lnSpc>
            </a:pPr>
            <a:r>
              <a:rPr lang="en-US" sz="9999" spc="497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SA AMIN </a:t>
            </a:r>
          </a:p>
          <a:p>
            <a:pPr algn="ctr">
              <a:lnSpc>
                <a:spcPts val="14999"/>
              </a:lnSpc>
            </a:pPr>
            <a:r>
              <a:rPr lang="en-US" sz="9999" spc="497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ANG KAPAYAPAAN.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440814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008602" y="319192"/>
            <a:ext cx="1749811" cy="1559188"/>
            <a:chOff x="0" y="0"/>
            <a:chExt cx="2377566" cy="23775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77567" cy="2377567"/>
            </a:xfrm>
            <a:custGeom>
              <a:avLst/>
              <a:gdLst/>
              <a:ahLst/>
              <a:cxnLst/>
              <a:rect l="l" t="t" r="r" b="b"/>
              <a:pathLst>
                <a:path w="2377567" h="2377567">
                  <a:moveTo>
                    <a:pt x="0" y="0"/>
                  </a:moveTo>
                  <a:lnTo>
                    <a:pt x="2377567" y="0"/>
                  </a:lnTo>
                  <a:lnTo>
                    <a:pt x="2377567" y="2377567"/>
                  </a:lnTo>
                  <a:lnTo>
                    <a:pt x="0" y="2377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6535400" y="8039100"/>
            <a:ext cx="2239232" cy="57150"/>
            <a:chOff x="0" y="0"/>
            <a:chExt cx="2985643" cy="76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985643" cy="76200"/>
            </a:xfrm>
            <a:custGeom>
              <a:avLst/>
              <a:gdLst/>
              <a:ahLst/>
              <a:cxnLst/>
              <a:rect l="l" t="t" r="r" b="b"/>
              <a:pathLst>
                <a:path w="2985643" h="76200">
                  <a:moveTo>
                    <a:pt x="0" y="25400"/>
                  </a:moveTo>
                  <a:lnTo>
                    <a:pt x="2985262" y="0"/>
                  </a:lnTo>
                  <a:lnTo>
                    <a:pt x="2985643" y="50800"/>
                  </a:lnTo>
                  <a:lnTo>
                    <a:pt x="508" y="762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noFill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9266968" y="8069992"/>
            <a:ext cx="2239232" cy="57150"/>
            <a:chOff x="0" y="0"/>
            <a:chExt cx="2985643" cy="76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985643" cy="76200"/>
            </a:xfrm>
            <a:custGeom>
              <a:avLst/>
              <a:gdLst/>
              <a:ahLst/>
              <a:cxnLst/>
              <a:rect l="l" t="t" r="r" b="b"/>
              <a:pathLst>
                <a:path w="2985643" h="76200">
                  <a:moveTo>
                    <a:pt x="0" y="25400"/>
                  </a:moveTo>
                  <a:lnTo>
                    <a:pt x="2985262" y="0"/>
                  </a:lnTo>
                  <a:lnTo>
                    <a:pt x="2985643" y="50800"/>
                  </a:lnTo>
                  <a:lnTo>
                    <a:pt x="508" y="762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10601342" y="8983333"/>
            <a:ext cx="6846745" cy="805060"/>
            <a:chOff x="0" y="0"/>
            <a:chExt cx="9128993" cy="107341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129014" cy="1073404"/>
            </a:xfrm>
            <a:custGeom>
              <a:avLst/>
              <a:gdLst/>
              <a:ahLst/>
              <a:cxnLst/>
              <a:rect l="l" t="t" r="r" b="b"/>
              <a:pathLst>
                <a:path w="9129014" h="1073404">
                  <a:moveTo>
                    <a:pt x="0" y="0"/>
                  </a:moveTo>
                  <a:lnTo>
                    <a:pt x="9129014" y="0"/>
                  </a:lnTo>
                  <a:lnTo>
                    <a:pt x="9129014" y="1073404"/>
                  </a:lnTo>
                  <a:lnTo>
                    <a:pt x="0" y="1073404"/>
                  </a:lnTo>
                  <a:close/>
                </a:path>
              </a:pathLst>
            </a:custGeom>
            <a:solidFill>
              <a:srgbClr val="352C2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11512343" y="7734300"/>
            <a:ext cx="5064073" cy="640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1"/>
              </a:lnSpc>
            </a:pPr>
            <a:r>
              <a:rPr lang="en-US" sz="3800" spc="428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Mateo 1, 1 - 17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667778" y="9025018"/>
            <a:ext cx="6713903" cy="626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51"/>
              </a:lnSpc>
            </a:pPr>
            <a:r>
              <a:rPr lang="en-US" sz="3528" spc="409" dirty="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December 17, 2025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800759" y="1952644"/>
            <a:ext cx="8487242" cy="22660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96"/>
              </a:lnSpc>
            </a:pPr>
            <a:r>
              <a:rPr lang="en-US" sz="5400" spc="717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IKATLONG ARAW </a:t>
            </a:r>
          </a:p>
          <a:p>
            <a:pPr algn="ctr">
              <a:lnSpc>
                <a:spcPts val="9196"/>
              </a:lnSpc>
            </a:pPr>
            <a:r>
              <a:rPr lang="en-US" sz="5400" spc="717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800759" y="4381500"/>
            <a:ext cx="8487242" cy="31490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10"/>
              </a:lnSpc>
            </a:pPr>
            <a:r>
              <a:rPr lang="en-US" sz="8936" spc="1063" dirty="0">
                <a:solidFill>
                  <a:srgbClr val="40404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evan"/>
                <a:ea typeface="Bevan"/>
                <a:cs typeface="Bevan"/>
                <a:sym typeface="Bevan"/>
              </a:rPr>
              <a:t>SIMBANG GABI</a:t>
            </a:r>
          </a:p>
        </p:txBody>
      </p:sp>
      <p:sp>
        <p:nvSpPr>
          <p:cNvPr id="16" name="Freeform 7">
            <a:extLst>
              <a:ext uri="{FF2B5EF4-FFF2-40B4-BE49-F238E27FC236}">
                <a16:creationId xmlns:a16="http://schemas.microsoft.com/office/drawing/2014/main" id="{EA2D178A-1507-49D0-BC38-D31DA3225452}"/>
              </a:ext>
            </a:extLst>
          </p:cNvPr>
          <p:cNvSpPr/>
          <p:nvPr/>
        </p:nvSpPr>
        <p:spPr>
          <a:xfrm>
            <a:off x="-66011" y="-165463"/>
            <a:ext cx="9866770" cy="10617926"/>
          </a:xfrm>
          <a:custGeom>
            <a:avLst/>
            <a:gdLst/>
            <a:ahLst/>
            <a:cxnLst/>
            <a:rect l="l" t="t" r="r" b="b"/>
            <a:pathLst>
              <a:path w="9182181" h="10287000">
                <a:moveTo>
                  <a:pt x="0" y="0"/>
                </a:moveTo>
                <a:lnTo>
                  <a:pt x="9182181" y="0"/>
                </a:lnTo>
                <a:lnTo>
                  <a:pt x="918218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206" r="-50841"/>
            </a:stretch>
          </a:blipFill>
        </p:spPr>
      </p:sp>
    </p:spTree>
    <p:extLst>
      <p:ext uri="{BB962C8B-B14F-4D97-AF65-F5344CB8AC3E}">
        <p14:creationId xmlns:p14="http://schemas.microsoft.com/office/powerpoint/2010/main" val="1003780752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22833" y="2337541"/>
            <a:ext cx="17042287" cy="7502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99"/>
              </a:lnSpc>
            </a:pPr>
            <a:r>
              <a:rPr lang="en-US" sz="9999" spc="497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PANGINOON HINDI AKO KARAPAT DAPAT NA MAGPATULOY SA IYO,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440814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22833" y="2628900"/>
            <a:ext cx="17042287" cy="7502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99"/>
              </a:lnSpc>
            </a:pPr>
            <a:r>
              <a:rPr lang="en-US" sz="9999" spc="497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NGUNIT SA ISANG SALITA MO LAMANG AY GAGALING NA AKO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440814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008602" y="319192"/>
            <a:ext cx="1749811" cy="1559188"/>
            <a:chOff x="0" y="0"/>
            <a:chExt cx="2377566" cy="23775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77567" cy="2377567"/>
            </a:xfrm>
            <a:custGeom>
              <a:avLst/>
              <a:gdLst/>
              <a:ahLst/>
              <a:cxnLst/>
              <a:rect l="l" t="t" r="r" b="b"/>
              <a:pathLst>
                <a:path w="2377567" h="2377567">
                  <a:moveTo>
                    <a:pt x="0" y="0"/>
                  </a:moveTo>
                  <a:lnTo>
                    <a:pt x="2377567" y="0"/>
                  </a:lnTo>
                  <a:lnTo>
                    <a:pt x="2377567" y="2377567"/>
                  </a:lnTo>
                  <a:lnTo>
                    <a:pt x="0" y="2377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6535400" y="8039100"/>
            <a:ext cx="2239232" cy="57150"/>
            <a:chOff x="0" y="0"/>
            <a:chExt cx="2985643" cy="76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985643" cy="76200"/>
            </a:xfrm>
            <a:custGeom>
              <a:avLst/>
              <a:gdLst/>
              <a:ahLst/>
              <a:cxnLst/>
              <a:rect l="l" t="t" r="r" b="b"/>
              <a:pathLst>
                <a:path w="2985643" h="76200">
                  <a:moveTo>
                    <a:pt x="0" y="25400"/>
                  </a:moveTo>
                  <a:lnTo>
                    <a:pt x="2985262" y="0"/>
                  </a:lnTo>
                  <a:lnTo>
                    <a:pt x="2985643" y="50800"/>
                  </a:lnTo>
                  <a:lnTo>
                    <a:pt x="508" y="762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noFill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9266968" y="8069992"/>
            <a:ext cx="2239232" cy="57150"/>
            <a:chOff x="0" y="0"/>
            <a:chExt cx="2985643" cy="76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985643" cy="76200"/>
            </a:xfrm>
            <a:custGeom>
              <a:avLst/>
              <a:gdLst/>
              <a:ahLst/>
              <a:cxnLst/>
              <a:rect l="l" t="t" r="r" b="b"/>
              <a:pathLst>
                <a:path w="2985643" h="76200">
                  <a:moveTo>
                    <a:pt x="0" y="25400"/>
                  </a:moveTo>
                  <a:lnTo>
                    <a:pt x="2985262" y="0"/>
                  </a:lnTo>
                  <a:lnTo>
                    <a:pt x="2985643" y="50800"/>
                  </a:lnTo>
                  <a:lnTo>
                    <a:pt x="508" y="762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10601342" y="8983333"/>
            <a:ext cx="6846745" cy="805060"/>
            <a:chOff x="0" y="0"/>
            <a:chExt cx="9128993" cy="107341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129014" cy="1073404"/>
            </a:xfrm>
            <a:custGeom>
              <a:avLst/>
              <a:gdLst/>
              <a:ahLst/>
              <a:cxnLst/>
              <a:rect l="l" t="t" r="r" b="b"/>
              <a:pathLst>
                <a:path w="9129014" h="1073404">
                  <a:moveTo>
                    <a:pt x="0" y="0"/>
                  </a:moveTo>
                  <a:lnTo>
                    <a:pt x="9129014" y="0"/>
                  </a:lnTo>
                  <a:lnTo>
                    <a:pt x="9129014" y="1073404"/>
                  </a:lnTo>
                  <a:lnTo>
                    <a:pt x="0" y="1073404"/>
                  </a:lnTo>
                  <a:close/>
                </a:path>
              </a:pathLst>
            </a:custGeom>
            <a:solidFill>
              <a:srgbClr val="352C2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11512343" y="7734300"/>
            <a:ext cx="5064073" cy="640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1"/>
              </a:lnSpc>
            </a:pPr>
            <a:r>
              <a:rPr lang="en-US" sz="3800" spc="428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Mateo 1, 1 - 17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667778" y="9025018"/>
            <a:ext cx="6713903" cy="626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51"/>
              </a:lnSpc>
            </a:pPr>
            <a:r>
              <a:rPr lang="en-US" sz="3528" spc="409" dirty="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December 17, 2025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800759" y="1952644"/>
            <a:ext cx="8487242" cy="22660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96"/>
              </a:lnSpc>
            </a:pPr>
            <a:r>
              <a:rPr lang="en-US" sz="5400" spc="717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IKATLONG ARAW </a:t>
            </a:r>
          </a:p>
          <a:p>
            <a:pPr algn="ctr">
              <a:lnSpc>
                <a:spcPts val="9196"/>
              </a:lnSpc>
            </a:pPr>
            <a:r>
              <a:rPr lang="en-US" sz="5400" spc="717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800759" y="4381500"/>
            <a:ext cx="8487242" cy="31490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10"/>
              </a:lnSpc>
            </a:pPr>
            <a:r>
              <a:rPr lang="en-US" sz="8936" spc="1063" dirty="0">
                <a:solidFill>
                  <a:srgbClr val="40404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evan"/>
                <a:ea typeface="Bevan"/>
                <a:cs typeface="Bevan"/>
                <a:sym typeface="Bevan"/>
              </a:rPr>
              <a:t>SIMBANG GABI</a:t>
            </a:r>
          </a:p>
        </p:txBody>
      </p:sp>
      <p:sp>
        <p:nvSpPr>
          <p:cNvPr id="16" name="Freeform 7">
            <a:extLst>
              <a:ext uri="{FF2B5EF4-FFF2-40B4-BE49-F238E27FC236}">
                <a16:creationId xmlns:a16="http://schemas.microsoft.com/office/drawing/2014/main" id="{EA2D178A-1507-49D0-BC38-D31DA3225452}"/>
              </a:ext>
            </a:extLst>
          </p:cNvPr>
          <p:cNvSpPr/>
          <p:nvPr/>
        </p:nvSpPr>
        <p:spPr>
          <a:xfrm>
            <a:off x="-66011" y="-165463"/>
            <a:ext cx="9866770" cy="10617926"/>
          </a:xfrm>
          <a:custGeom>
            <a:avLst/>
            <a:gdLst/>
            <a:ahLst/>
            <a:cxnLst/>
            <a:rect l="l" t="t" r="r" b="b"/>
            <a:pathLst>
              <a:path w="9182181" h="10287000">
                <a:moveTo>
                  <a:pt x="0" y="0"/>
                </a:moveTo>
                <a:lnTo>
                  <a:pt x="9182181" y="0"/>
                </a:lnTo>
                <a:lnTo>
                  <a:pt x="918218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206" r="-50841"/>
            </a:stretch>
          </a:blipFill>
        </p:spPr>
      </p:sp>
    </p:spTree>
    <p:extLst>
      <p:ext uri="{BB962C8B-B14F-4D97-AF65-F5344CB8AC3E}">
        <p14:creationId xmlns:p14="http://schemas.microsoft.com/office/powerpoint/2010/main" val="1098319846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3861" y="2322673"/>
            <a:ext cx="17720279" cy="7403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14"/>
              </a:lnSpc>
            </a:pPr>
            <a:r>
              <a:rPr lang="en-US" sz="10010" spc="498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PAG IBIG ANG SIYANG PUMUKAW, </a:t>
            </a:r>
          </a:p>
          <a:p>
            <a:pPr algn="ctr">
              <a:lnSpc>
                <a:spcPts val="14014"/>
              </a:lnSpc>
            </a:pPr>
            <a:r>
              <a:rPr lang="en-US" sz="10010" spc="498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SA ATING PUSO AT KALULUWA,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440814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38275" y="2454410"/>
            <a:ext cx="17259300" cy="6235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14"/>
              </a:lnSpc>
            </a:pPr>
            <a:r>
              <a:rPr lang="en-US" sz="11010" spc="55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AT SIYANG NAGDULOT SA ATING BUHAY, 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440814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2673477"/>
            <a:ext cx="18288000" cy="4282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14"/>
              </a:lnSpc>
            </a:pPr>
            <a:r>
              <a:rPr lang="en-US" sz="11010" spc="55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NG GINTONG ARAL AT PAG ASA.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440814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2673477"/>
            <a:ext cx="18288000" cy="4282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14"/>
              </a:lnSpc>
            </a:pPr>
            <a:r>
              <a:rPr lang="en-US" sz="11010" spc="55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PAG IBIG ANG SIYANG BUKLOD NATIN, 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440814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2673477"/>
            <a:ext cx="18288000" cy="4282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14"/>
              </a:lnSpc>
            </a:pPr>
            <a:r>
              <a:rPr lang="en-US" sz="11010" spc="55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DI MAPAPAWI KAILAN </a:t>
            </a:r>
          </a:p>
          <a:p>
            <a:pPr algn="ctr">
              <a:lnSpc>
                <a:spcPts val="15414"/>
              </a:lnSpc>
            </a:pPr>
            <a:r>
              <a:rPr lang="en-US" sz="11010" spc="55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PA MAN,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440814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0240" y="2673477"/>
            <a:ext cx="16487521" cy="4282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14"/>
              </a:lnSpc>
            </a:pPr>
            <a:r>
              <a:rPr lang="en-US" sz="1101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SA PUSO’T DIWA TAYO’Y ISA LAMANG, 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440814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0239" y="2563947"/>
            <a:ext cx="16487521" cy="4282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14"/>
              </a:lnSpc>
            </a:pPr>
            <a:r>
              <a:rPr lang="en-US" sz="1101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KAHIT NA TAYO’Y MAGKAWALAY.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440814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40633" y="2067871"/>
            <a:ext cx="17606735" cy="6235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14"/>
              </a:lnSpc>
            </a:pPr>
            <a:r>
              <a:rPr lang="en-US" sz="11010" spc="55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PAGKA’T ANG DIYOS NATIN, DIYOS NG </a:t>
            </a:r>
          </a:p>
          <a:p>
            <a:pPr algn="ctr">
              <a:lnSpc>
                <a:spcPts val="15414"/>
              </a:lnSpc>
            </a:pPr>
            <a:r>
              <a:rPr lang="en-US" sz="11010" spc="55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PAG IBIG, 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440814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72506" y="2673477"/>
            <a:ext cx="17742988" cy="4282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14"/>
              </a:lnSpc>
            </a:pPr>
            <a:r>
              <a:rPr lang="en-US" sz="11010" spc="55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MAGMAHALAN TAYO’T MAGTULUNGAN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440814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1265" y="2454410"/>
            <a:ext cx="16925469" cy="6235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14"/>
              </a:lnSpc>
            </a:pPr>
            <a:r>
              <a:rPr lang="en-US" sz="11010" spc="55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AT KUNG TAYO’Y BIGO, AY HUWAG LIMUTIN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440814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1266" y="2563947"/>
            <a:ext cx="16925469" cy="6235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14"/>
              </a:lnSpc>
            </a:pPr>
            <a:r>
              <a:rPr lang="en-US" sz="11010" spc="55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NA MAY DIYOS TAYONG NAGMAMAHAL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440814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1266" y="2673477"/>
            <a:ext cx="16925469" cy="4282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14"/>
              </a:lnSpc>
            </a:pPr>
            <a:r>
              <a:rPr lang="en-US" sz="11010" spc="55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SIKAPIN SA ATING PAG TULONG,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440814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1266" y="2563947"/>
            <a:ext cx="16925469" cy="4282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14"/>
              </a:lnSpc>
            </a:pPr>
            <a:r>
              <a:rPr lang="en-US" sz="11010" spc="55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 IPAMALITA SA BUONG MUNDO,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440814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1266" y="2673477"/>
            <a:ext cx="16925469" cy="4282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14"/>
              </a:lnSpc>
            </a:pPr>
            <a:r>
              <a:rPr lang="en-US" sz="11010" spc="55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PAG IBIG NI HESUS NA SIYANG SUMASAKOP,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440814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1266" y="2673477"/>
            <a:ext cx="16925469" cy="4282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14"/>
              </a:lnSpc>
            </a:pPr>
            <a:r>
              <a:rPr lang="en-US" sz="11010" spc="55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 SA BAWAT PUSONG UHAW SA PAGSUYO.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440814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40633" y="2336635"/>
            <a:ext cx="17606735" cy="6235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14"/>
              </a:lnSpc>
            </a:pPr>
            <a:r>
              <a:rPr lang="en-US" sz="11010" spc="55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PAGKA’T ANG DIYOS NATIN, DIYOS NG PAG IBIG, 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440814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72506" y="2673477"/>
            <a:ext cx="17742988" cy="4282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14"/>
              </a:lnSpc>
            </a:pPr>
            <a:r>
              <a:rPr lang="en-US" sz="11010" spc="55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MAGMAHALAN TAYO’T MAGTULUNGAN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440814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1266" y="2563947"/>
            <a:ext cx="16925469" cy="6235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14"/>
              </a:lnSpc>
            </a:pPr>
            <a:r>
              <a:rPr lang="en-US" sz="11010" spc="55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AT KUNG TAYO’Y BIGO, AY HUWAG LIMUTIN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440814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1265" y="2563947"/>
            <a:ext cx="16925469" cy="6235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14"/>
              </a:lnSpc>
            </a:pPr>
            <a:r>
              <a:rPr lang="en-US" sz="11010" spc="55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NA MAY DIYOS TAYONG NAGMAMAHAL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440814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40633" y="2336635"/>
            <a:ext cx="17606735" cy="6235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14"/>
              </a:lnSpc>
            </a:pPr>
            <a:r>
              <a:rPr lang="en-US" sz="11010" spc="55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PAGKA’T ANG DIYOS NATIN, DIYOS NG PAG IBIG, 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440814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72506" y="2673477"/>
            <a:ext cx="17742988" cy="4282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14"/>
              </a:lnSpc>
            </a:pPr>
            <a:r>
              <a:rPr lang="en-US" sz="11010" spc="55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MAGMAHALAN TAYO’T MAGTULUNGAN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440814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1266" y="2563947"/>
            <a:ext cx="16925469" cy="6235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14"/>
              </a:lnSpc>
            </a:pPr>
            <a:r>
              <a:rPr lang="en-US" sz="11010" spc="55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AT KUNG TAYO’Y BIGO, AY HUWAG LIMUTIN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440814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1265" y="2563947"/>
            <a:ext cx="16925469" cy="6235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14"/>
              </a:lnSpc>
            </a:pPr>
            <a:r>
              <a:rPr lang="en-US" sz="11010" spc="55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NA MAY DIYOS TAYONG NAGMAMAHAL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440814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1266" y="3540259"/>
            <a:ext cx="16925469" cy="2330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14"/>
              </a:lnSpc>
            </a:pPr>
            <a:r>
              <a:rPr lang="en-US" sz="11010" spc="55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DIYOS AY PAG-IBIG.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440814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008602" y="319192"/>
            <a:ext cx="1749811" cy="1559188"/>
            <a:chOff x="0" y="0"/>
            <a:chExt cx="2377566" cy="23775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77567" cy="2377567"/>
            </a:xfrm>
            <a:custGeom>
              <a:avLst/>
              <a:gdLst/>
              <a:ahLst/>
              <a:cxnLst/>
              <a:rect l="l" t="t" r="r" b="b"/>
              <a:pathLst>
                <a:path w="2377567" h="2377567">
                  <a:moveTo>
                    <a:pt x="0" y="0"/>
                  </a:moveTo>
                  <a:lnTo>
                    <a:pt x="2377567" y="0"/>
                  </a:lnTo>
                  <a:lnTo>
                    <a:pt x="2377567" y="2377567"/>
                  </a:lnTo>
                  <a:lnTo>
                    <a:pt x="0" y="2377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6535400" y="8039100"/>
            <a:ext cx="2239232" cy="57150"/>
            <a:chOff x="0" y="0"/>
            <a:chExt cx="2985643" cy="76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985643" cy="76200"/>
            </a:xfrm>
            <a:custGeom>
              <a:avLst/>
              <a:gdLst/>
              <a:ahLst/>
              <a:cxnLst/>
              <a:rect l="l" t="t" r="r" b="b"/>
              <a:pathLst>
                <a:path w="2985643" h="76200">
                  <a:moveTo>
                    <a:pt x="0" y="25400"/>
                  </a:moveTo>
                  <a:lnTo>
                    <a:pt x="2985262" y="0"/>
                  </a:lnTo>
                  <a:lnTo>
                    <a:pt x="2985643" y="50800"/>
                  </a:lnTo>
                  <a:lnTo>
                    <a:pt x="508" y="762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noFill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9266968" y="8069992"/>
            <a:ext cx="2239232" cy="57150"/>
            <a:chOff x="0" y="0"/>
            <a:chExt cx="2985643" cy="76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985643" cy="76200"/>
            </a:xfrm>
            <a:custGeom>
              <a:avLst/>
              <a:gdLst/>
              <a:ahLst/>
              <a:cxnLst/>
              <a:rect l="l" t="t" r="r" b="b"/>
              <a:pathLst>
                <a:path w="2985643" h="76200">
                  <a:moveTo>
                    <a:pt x="0" y="25400"/>
                  </a:moveTo>
                  <a:lnTo>
                    <a:pt x="2985262" y="0"/>
                  </a:lnTo>
                  <a:lnTo>
                    <a:pt x="2985643" y="50800"/>
                  </a:lnTo>
                  <a:lnTo>
                    <a:pt x="508" y="762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10601342" y="8983333"/>
            <a:ext cx="6846745" cy="805060"/>
            <a:chOff x="0" y="0"/>
            <a:chExt cx="9128993" cy="107341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129014" cy="1073404"/>
            </a:xfrm>
            <a:custGeom>
              <a:avLst/>
              <a:gdLst/>
              <a:ahLst/>
              <a:cxnLst/>
              <a:rect l="l" t="t" r="r" b="b"/>
              <a:pathLst>
                <a:path w="9129014" h="1073404">
                  <a:moveTo>
                    <a:pt x="0" y="0"/>
                  </a:moveTo>
                  <a:lnTo>
                    <a:pt x="9129014" y="0"/>
                  </a:lnTo>
                  <a:lnTo>
                    <a:pt x="9129014" y="1073404"/>
                  </a:lnTo>
                  <a:lnTo>
                    <a:pt x="0" y="1073404"/>
                  </a:lnTo>
                  <a:close/>
                </a:path>
              </a:pathLst>
            </a:custGeom>
            <a:solidFill>
              <a:srgbClr val="352C2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11512343" y="7734300"/>
            <a:ext cx="5064073" cy="640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1"/>
              </a:lnSpc>
            </a:pPr>
            <a:r>
              <a:rPr lang="en-US" sz="3800" spc="428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Mateo 1, 1 - 17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667778" y="9025018"/>
            <a:ext cx="6713903" cy="626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51"/>
              </a:lnSpc>
            </a:pPr>
            <a:r>
              <a:rPr lang="en-US" sz="3528" spc="409" dirty="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December 17, 2025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800759" y="1952644"/>
            <a:ext cx="8487242" cy="22660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96"/>
              </a:lnSpc>
            </a:pPr>
            <a:r>
              <a:rPr lang="en-US" sz="5400" spc="717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IKATLONG ARAW </a:t>
            </a:r>
          </a:p>
          <a:p>
            <a:pPr algn="ctr">
              <a:lnSpc>
                <a:spcPts val="9196"/>
              </a:lnSpc>
            </a:pPr>
            <a:r>
              <a:rPr lang="en-US" sz="5400" spc="717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800759" y="4381500"/>
            <a:ext cx="8487242" cy="31490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10"/>
              </a:lnSpc>
            </a:pPr>
            <a:r>
              <a:rPr lang="en-US" sz="8936" spc="1063" dirty="0">
                <a:solidFill>
                  <a:srgbClr val="40404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evan"/>
                <a:ea typeface="Bevan"/>
                <a:cs typeface="Bevan"/>
                <a:sym typeface="Bevan"/>
              </a:rPr>
              <a:t>SIMBANG GABI</a:t>
            </a:r>
          </a:p>
        </p:txBody>
      </p:sp>
      <p:sp>
        <p:nvSpPr>
          <p:cNvPr id="16" name="Freeform 7">
            <a:extLst>
              <a:ext uri="{FF2B5EF4-FFF2-40B4-BE49-F238E27FC236}">
                <a16:creationId xmlns:a16="http://schemas.microsoft.com/office/drawing/2014/main" id="{EA2D178A-1507-49D0-BC38-D31DA3225452}"/>
              </a:ext>
            </a:extLst>
          </p:cNvPr>
          <p:cNvSpPr/>
          <p:nvPr/>
        </p:nvSpPr>
        <p:spPr>
          <a:xfrm>
            <a:off x="-66011" y="-165463"/>
            <a:ext cx="9866770" cy="10617926"/>
          </a:xfrm>
          <a:custGeom>
            <a:avLst/>
            <a:gdLst/>
            <a:ahLst/>
            <a:cxnLst/>
            <a:rect l="l" t="t" r="r" b="b"/>
            <a:pathLst>
              <a:path w="9182181" h="10287000">
                <a:moveTo>
                  <a:pt x="0" y="0"/>
                </a:moveTo>
                <a:lnTo>
                  <a:pt x="9182181" y="0"/>
                </a:lnTo>
                <a:lnTo>
                  <a:pt x="918218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206" r="-50841"/>
            </a:stretch>
          </a:blipFill>
        </p:spPr>
      </p:sp>
    </p:spTree>
    <p:extLst>
      <p:ext uri="{BB962C8B-B14F-4D97-AF65-F5344CB8AC3E}">
        <p14:creationId xmlns:p14="http://schemas.microsoft.com/office/powerpoint/2010/main" val="66390644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196293" y="3078302"/>
            <a:ext cx="5895415" cy="3244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13"/>
              </a:lnSpc>
            </a:pPr>
            <a:r>
              <a:rPr lang="en-US" sz="15509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AMEN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440814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008602" y="319192"/>
            <a:ext cx="1749811" cy="1559188"/>
            <a:chOff x="0" y="0"/>
            <a:chExt cx="2377566" cy="23775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77567" cy="2377567"/>
            </a:xfrm>
            <a:custGeom>
              <a:avLst/>
              <a:gdLst/>
              <a:ahLst/>
              <a:cxnLst/>
              <a:rect l="l" t="t" r="r" b="b"/>
              <a:pathLst>
                <a:path w="2377567" h="2377567">
                  <a:moveTo>
                    <a:pt x="0" y="0"/>
                  </a:moveTo>
                  <a:lnTo>
                    <a:pt x="2377567" y="0"/>
                  </a:lnTo>
                  <a:lnTo>
                    <a:pt x="2377567" y="2377567"/>
                  </a:lnTo>
                  <a:lnTo>
                    <a:pt x="0" y="2377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6535400" y="8039100"/>
            <a:ext cx="2239232" cy="57150"/>
            <a:chOff x="0" y="0"/>
            <a:chExt cx="2985643" cy="76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985643" cy="76200"/>
            </a:xfrm>
            <a:custGeom>
              <a:avLst/>
              <a:gdLst/>
              <a:ahLst/>
              <a:cxnLst/>
              <a:rect l="l" t="t" r="r" b="b"/>
              <a:pathLst>
                <a:path w="2985643" h="76200">
                  <a:moveTo>
                    <a:pt x="0" y="25400"/>
                  </a:moveTo>
                  <a:lnTo>
                    <a:pt x="2985262" y="0"/>
                  </a:lnTo>
                  <a:lnTo>
                    <a:pt x="2985643" y="50800"/>
                  </a:lnTo>
                  <a:lnTo>
                    <a:pt x="508" y="762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noFill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9266968" y="8069992"/>
            <a:ext cx="2239232" cy="57150"/>
            <a:chOff x="0" y="0"/>
            <a:chExt cx="2985643" cy="76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985643" cy="76200"/>
            </a:xfrm>
            <a:custGeom>
              <a:avLst/>
              <a:gdLst/>
              <a:ahLst/>
              <a:cxnLst/>
              <a:rect l="l" t="t" r="r" b="b"/>
              <a:pathLst>
                <a:path w="2985643" h="76200">
                  <a:moveTo>
                    <a:pt x="0" y="25400"/>
                  </a:moveTo>
                  <a:lnTo>
                    <a:pt x="2985262" y="0"/>
                  </a:lnTo>
                  <a:lnTo>
                    <a:pt x="2985643" y="50800"/>
                  </a:lnTo>
                  <a:lnTo>
                    <a:pt x="508" y="762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10601342" y="8983333"/>
            <a:ext cx="6846745" cy="805060"/>
            <a:chOff x="0" y="0"/>
            <a:chExt cx="9128993" cy="107341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129014" cy="1073404"/>
            </a:xfrm>
            <a:custGeom>
              <a:avLst/>
              <a:gdLst/>
              <a:ahLst/>
              <a:cxnLst/>
              <a:rect l="l" t="t" r="r" b="b"/>
              <a:pathLst>
                <a:path w="9129014" h="1073404">
                  <a:moveTo>
                    <a:pt x="0" y="0"/>
                  </a:moveTo>
                  <a:lnTo>
                    <a:pt x="9129014" y="0"/>
                  </a:lnTo>
                  <a:lnTo>
                    <a:pt x="9129014" y="1073404"/>
                  </a:lnTo>
                  <a:lnTo>
                    <a:pt x="0" y="1073404"/>
                  </a:lnTo>
                  <a:close/>
                </a:path>
              </a:pathLst>
            </a:custGeom>
            <a:solidFill>
              <a:srgbClr val="352C2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11512343" y="7734300"/>
            <a:ext cx="5064073" cy="640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1"/>
              </a:lnSpc>
            </a:pPr>
            <a:r>
              <a:rPr lang="en-US" sz="3800" spc="428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Mateo 1, 1 - 17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667778" y="9025018"/>
            <a:ext cx="6713903" cy="626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51"/>
              </a:lnSpc>
            </a:pPr>
            <a:r>
              <a:rPr lang="en-US" sz="3528" spc="409" dirty="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December 17, 2025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800759" y="1952644"/>
            <a:ext cx="8487242" cy="22660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96"/>
              </a:lnSpc>
            </a:pPr>
            <a:r>
              <a:rPr lang="en-US" sz="5400" spc="717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IKATLONG ARAW </a:t>
            </a:r>
          </a:p>
          <a:p>
            <a:pPr algn="ctr">
              <a:lnSpc>
                <a:spcPts val="9196"/>
              </a:lnSpc>
            </a:pPr>
            <a:r>
              <a:rPr lang="en-US" sz="5400" spc="717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800759" y="4381500"/>
            <a:ext cx="8487242" cy="31490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10"/>
              </a:lnSpc>
            </a:pPr>
            <a:r>
              <a:rPr lang="en-US" sz="8936" spc="1063" dirty="0">
                <a:solidFill>
                  <a:srgbClr val="40404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evan"/>
                <a:ea typeface="Bevan"/>
                <a:cs typeface="Bevan"/>
                <a:sym typeface="Bevan"/>
              </a:rPr>
              <a:t>SIMBANG GABI</a:t>
            </a:r>
          </a:p>
        </p:txBody>
      </p:sp>
      <p:sp>
        <p:nvSpPr>
          <p:cNvPr id="16" name="Freeform 7">
            <a:extLst>
              <a:ext uri="{FF2B5EF4-FFF2-40B4-BE49-F238E27FC236}">
                <a16:creationId xmlns:a16="http://schemas.microsoft.com/office/drawing/2014/main" id="{EA2D178A-1507-49D0-BC38-D31DA3225452}"/>
              </a:ext>
            </a:extLst>
          </p:cNvPr>
          <p:cNvSpPr/>
          <p:nvPr/>
        </p:nvSpPr>
        <p:spPr>
          <a:xfrm>
            <a:off x="-66011" y="-165463"/>
            <a:ext cx="9866770" cy="10617926"/>
          </a:xfrm>
          <a:custGeom>
            <a:avLst/>
            <a:gdLst/>
            <a:ahLst/>
            <a:cxnLst/>
            <a:rect l="l" t="t" r="r" b="b"/>
            <a:pathLst>
              <a:path w="9182181" h="10287000">
                <a:moveTo>
                  <a:pt x="0" y="0"/>
                </a:moveTo>
                <a:lnTo>
                  <a:pt x="9182181" y="0"/>
                </a:lnTo>
                <a:lnTo>
                  <a:pt x="918218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206" r="-50841"/>
            </a:stretch>
          </a:blipFill>
        </p:spPr>
      </p:sp>
    </p:spTree>
    <p:extLst>
      <p:ext uri="{BB962C8B-B14F-4D97-AF65-F5344CB8AC3E}">
        <p14:creationId xmlns:p14="http://schemas.microsoft.com/office/powerpoint/2010/main" val="171803414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60048" y="3429635"/>
            <a:ext cx="16567904" cy="2684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920"/>
              </a:lnSpc>
            </a:pPr>
            <a:r>
              <a:rPr lang="en-US" sz="1280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SALAMAT SA DIYOS!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440814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914400" y="2218592"/>
            <a:ext cx="20269200" cy="7318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98"/>
              </a:lnSpc>
            </a:pPr>
            <a:r>
              <a:rPr lang="en-US" sz="9800" spc="1466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WALANG SINUMAN ANG NABUBUHAY, PARA SA SARILI LAMANG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-1409773" y="538108"/>
            <a:ext cx="9563246" cy="773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64"/>
              </a:lnSpc>
            </a:pPr>
            <a:r>
              <a:rPr lang="en-US" sz="3400" spc="394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Pangwakas na Awit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2211218"/>
            <a:ext cx="18288000" cy="73180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898"/>
              </a:lnSpc>
            </a:pPr>
            <a:r>
              <a:rPr lang="en-US" sz="9800" spc="1466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WALANG SINUMAN ANG NAMAMATAY, PARA SA SARILI, LAMANG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2203844"/>
            <a:ext cx="18216138" cy="7318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98"/>
              </a:lnSpc>
            </a:pPr>
            <a:r>
              <a:rPr lang="en-US" sz="9999" spc="1466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TAYONG LAHAT AY MAY PANANAGUTAN SA ISA’T ISA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290" y="2169431"/>
            <a:ext cx="18216138" cy="7318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98"/>
              </a:lnSpc>
            </a:pPr>
            <a:r>
              <a:rPr lang="en-US" sz="9999" spc="1466" dirty="0">
                <a:solidFill>
                  <a:srgbClr val="404040"/>
                </a:solidFill>
                <a:latin typeface="Fredoka"/>
                <a:ea typeface="Fredoka"/>
                <a:cs typeface="Fredoka"/>
                <a:sym typeface="Fredoka"/>
              </a:rPr>
              <a:t>TAYONG LAHAT AY TINIPON NG DIYOS, NA KAPILING NIYA.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153473" y="219148"/>
            <a:ext cx="1981010" cy="1981010"/>
            <a:chOff x="0" y="0"/>
            <a:chExt cx="2641347" cy="2641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41346" cy="2641346"/>
            </a:xfrm>
            <a:custGeom>
              <a:avLst/>
              <a:gdLst/>
              <a:ahLst/>
              <a:cxnLst/>
              <a:rect l="l" t="t" r="r" b="b"/>
              <a:pathLst>
                <a:path w="2641346" h="2641346">
                  <a:moveTo>
                    <a:pt x="0" y="0"/>
                  </a:moveTo>
                  <a:lnTo>
                    <a:pt x="2641346" y="0"/>
                  </a:lnTo>
                  <a:lnTo>
                    <a:pt x="2641346" y="2641346"/>
                  </a:lnTo>
                  <a:lnTo>
                    <a:pt x="0" y="2641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008602" y="319192"/>
            <a:ext cx="1749811" cy="1559188"/>
            <a:chOff x="0" y="0"/>
            <a:chExt cx="2377566" cy="23775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77567" cy="2377567"/>
            </a:xfrm>
            <a:custGeom>
              <a:avLst/>
              <a:gdLst/>
              <a:ahLst/>
              <a:cxnLst/>
              <a:rect l="l" t="t" r="r" b="b"/>
              <a:pathLst>
                <a:path w="2377567" h="2377567">
                  <a:moveTo>
                    <a:pt x="0" y="0"/>
                  </a:moveTo>
                  <a:lnTo>
                    <a:pt x="2377567" y="0"/>
                  </a:lnTo>
                  <a:lnTo>
                    <a:pt x="2377567" y="2377567"/>
                  </a:lnTo>
                  <a:lnTo>
                    <a:pt x="0" y="2377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6535400" y="8039100"/>
            <a:ext cx="2239232" cy="57150"/>
            <a:chOff x="0" y="0"/>
            <a:chExt cx="2985643" cy="76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985643" cy="76200"/>
            </a:xfrm>
            <a:custGeom>
              <a:avLst/>
              <a:gdLst/>
              <a:ahLst/>
              <a:cxnLst/>
              <a:rect l="l" t="t" r="r" b="b"/>
              <a:pathLst>
                <a:path w="2985643" h="76200">
                  <a:moveTo>
                    <a:pt x="0" y="25400"/>
                  </a:moveTo>
                  <a:lnTo>
                    <a:pt x="2985262" y="0"/>
                  </a:lnTo>
                  <a:lnTo>
                    <a:pt x="2985643" y="50800"/>
                  </a:lnTo>
                  <a:lnTo>
                    <a:pt x="508" y="762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noFill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9266968" y="8069992"/>
            <a:ext cx="2239232" cy="57150"/>
            <a:chOff x="0" y="0"/>
            <a:chExt cx="2985643" cy="76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985643" cy="76200"/>
            </a:xfrm>
            <a:custGeom>
              <a:avLst/>
              <a:gdLst/>
              <a:ahLst/>
              <a:cxnLst/>
              <a:rect l="l" t="t" r="r" b="b"/>
              <a:pathLst>
                <a:path w="2985643" h="76200">
                  <a:moveTo>
                    <a:pt x="0" y="25400"/>
                  </a:moveTo>
                  <a:lnTo>
                    <a:pt x="2985262" y="0"/>
                  </a:lnTo>
                  <a:lnTo>
                    <a:pt x="2985643" y="50800"/>
                  </a:lnTo>
                  <a:lnTo>
                    <a:pt x="508" y="762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10601342" y="8983333"/>
            <a:ext cx="6846745" cy="805060"/>
            <a:chOff x="0" y="0"/>
            <a:chExt cx="9128993" cy="107341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129014" cy="1073404"/>
            </a:xfrm>
            <a:custGeom>
              <a:avLst/>
              <a:gdLst/>
              <a:ahLst/>
              <a:cxnLst/>
              <a:rect l="l" t="t" r="r" b="b"/>
              <a:pathLst>
                <a:path w="9129014" h="1073404">
                  <a:moveTo>
                    <a:pt x="0" y="0"/>
                  </a:moveTo>
                  <a:lnTo>
                    <a:pt x="9129014" y="0"/>
                  </a:lnTo>
                  <a:lnTo>
                    <a:pt x="9129014" y="1073404"/>
                  </a:lnTo>
                  <a:lnTo>
                    <a:pt x="0" y="1073404"/>
                  </a:lnTo>
                  <a:close/>
                </a:path>
              </a:pathLst>
            </a:custGeom>
            <a:solidFill>
              <a:srgbClr val="352C2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11512343" y="7734300"/>
            <a:ext cx="5064073" cy="640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1"/>
              </a:lnSpc>
            </a:pPr>
            <a:r>
              <a:rPr lang="en-US" sz="3800" spc="428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Mateo 1, 1 - 17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667778" y="9025018"/>
            <a:ext cx="6713903" cy="626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51"/>
              </a:lnSpc>
            </a:pPr>
            <a:r>
              <a:rPr lang="en-US" sz="3528" spc="409" dirty="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December 17, 2025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800759" y="1952644"/>
            <a:ext cx="8487242" cy="22660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96"/>
              </a:lnSpc>
            </a:pPr>
            <a:r>
              <a:rPr lang="en-US" sz="5400" spc="717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IKATLONG ARAW </a:t>
            </a:r>
          </a:p>
          <a:p>
            <a:pPr algn="ctr">
              <a:lnSpc>
                <a:spcPts val="9196"/>
              </a:lnSpc>
            </a:pPr>
            <a:r>
              <a:rPr lang="en-US" sz="5400" spc="717" dirty="0">
                <a:solidFill>
                  <a:srgbClr val="404040"/>
                </a:solidFill>
                <a:latin typeface="Yeseva One"/>
                <a:ea typeface="Yeseva One"/>
                <a:cs typeface="Yeseva One"/>
                <a:sym typeface="Yeseva One"/>
              </a:rPr>
              <a:t>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800759" y="4381500"/>
            <a:ext cx="8487242" cy="31490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10"/>
              </a:lnSpc>
            </a:pPr>
            <a:r>
              <a:rPr lang="en-US" sz="8936" spc="1063" dirty="0">
                <a:solidFill>
                  <a:srgbClr val="40404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evan"/>
                <a:ea typeface="Bevan"/>
                <a:cs typeface="Bevan"/>
                <a:sym typeface="Bevan"/>
              </a:rPr>
              <a:t>SIMBANG GABI</a:t>
            </a:r>
          </a:p>
        </p:txBody>
      </p:sp>
      <p:sp>
        <p:nvSpPr>
          <p:cNvPr id="16" name="Freeform 7">
            <a:extLst>
              <a:ext uri="{FF2B5EF4-FFF2-40B4-BE49-F238E27FC236}">
                <a16:creationId xmlns:a16="http://schemas.microsoft.com/office/drawing/2014/main" id="{EA2D178A-1507-49D0-BC38-D31DA3225452}"/>
              </a:ext>
            </a:extLst>
          </p:cNvPr>
          <p:cNvSpPr/>
          <p:nvPr/>
        </p:nvSpPr>
        <p:spPr>
          <a:xfrm>
            <a:off x="-66011" y="-165463"/>
            <a:ext cx="9866770" cy="10617926"/>
          </a:xfrm>
          <a:custGeom>
            <a:avLst/>
            <a:gdLst/>
            <a:ahLst/>
            <a:cxnLst/>
            <a:rect l="l" t="t" r="r" b="b"/>
            <a:pathLst>
              <a:path w="9182181" h="10287000">
                <a:moveTo>
                  <a:pt x="0" y="0"/>
                </a:moveTo>
                <a:lnTo>
                  <a:pt x="9182181" y="0"/>
                </a:lnTo>
                <a:lnTo>
                  <a:pt x="918218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206" r="-50841"/>
            </a:stretch>
          </a:blipFill>
        </p:spPr>
      </p:sp>
    </p:spTree>
    <p:extLst>
      <p:ext uri="{BB962C8B-B14F-4D97-AF65-F5344CB8AC3E}">
        <p14:creationId xmlns:p14="http://schemas.microsoft.com/office/powerpoint/2010/main" val="38922217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1605</Words>
  <Application>Microsoft Office PowerPoint</Application>
  <PresentationFormat>Custom</PresentationFormat>
  <Paragraphs>364</Paragraphs>
  <Slides>198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198</vt:i4>
      </vt:variant>
    </vt:vector>
  </HeadingPairs>
  <TitlesOfParts>
    <vt:vector size="204" baseType="lpstr">
      <vt:lpstr>Fredoka</vt:lpstr>
      <vt:lpstr>Calibri</vt:lpstr>
      <vt:lpstr>Yeseva One</vt:lpstr>
      <vt:lpstr>Arial</vt:lpstr>
      <vt:lpstr>Bevan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IKALAWANG SIMBANG GABI (1).pptx.pptx</dc:title>
  <dc:creator>Mary Rose Domingo</dc:creator>
  <cp:lastModifiedBy>Mary Rose Domingo</cp:lastModifiedBy>
  <cp:revision>35</cp:revision>
  <dcterms:created xsi:type="dcterms:W3CDTF">2006-08-16T00:00:00Z</dcterms:created>
  <dcterms:modified xsi:type="dcterms:W3CDTF">2025-12-17T10:09:33Z</dcterms:modified>
  <dc:identifier>DAG7kS78hMo</dc:identifier>
</cp:coreProperties>
</file>