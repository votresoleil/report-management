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slides/slide76.xml" ContentType="application/vnd.openxmlformats-officedocument.presentationml.slide+xml"/>
  <Override PartName="/ppt/slides/slide77.xml" ContentType="application/vnd.openxmlformats-officedocument.presentationml.slide+xml"/>
  <Override PartName="/ppt/slides/slide78.xml" ContentType="application/vnd.openxmlformats-officedocument.presentationml.slide+xml"/>
  <Override PartName="/ppt/slides/slide79.xml" ContentType="application/vnd.openxmlformats-officedocument.presentationml.slide+xml"/>
  <Override PartName="/ppt/slides/slide80.xml" ContentType="application/vnd.openxmlformats-officedocument.presentationml.slide+xml"/>
  <Override PartName="/ppt/slides/slide81.xml" ContentType="application/vnd.openxmlformats-officedocument.presentationml.slide+xml"/>
  <Override PartName="/ppt/slides/slide82.xml" ContentType="application/vnd.openxmlformats-officedocument.presentationml.slide+xml"/>
  <Override PartName="/ppt/slides/slide83.xml" ContentType="application/vnd.openxmlformats-officedocument.presentationml.slide+xml"/>
  <Override PartName="/ppt/slides/slide84.xml" ContentType="application/vnd.openxmlformats-officedocument.presentationml.slide+xml"/>
  <Override PartName="/ppt/slides/slide85.xml" ContentType="application/vnd.openxmlformats-officedocument.presentationml.slide+xml"/>
  <Override PartName="/ppt/slides/slide86.xml" ContentType="application/vnd.openxmlformats-officedocument.presentationml.slide+xml"/>
  <Override PartName="/ppt/slides/slide87.xml" ContentType="application/vnd.openxmlformats-officedocument.presentationml.slide+xml"/>
  <Override PartName="/ppt/slides/slide88.xml" ContentType="application/vnd.openxmlformats-officedocument.presentationml.slide+xml"/>
  <Override PartName="/ppt/slides/slide89.xml" ContentType="application/vnd.openxmlformats-officedocument.presentationml.slide+xml"/>
  <Override PartName="/ppt/slides/slide90.xml" ContentType="application/vnd.openxmlformats-officedocument.presentationml.slide+xml"/>
  <Override PartName="/ppt/slides/slide91.xml" ContentType="application/vnd.openxmlformats-officedocument.presentationml.slide+xml"/>
  <Override PartName="/ppt/slides/slide92.xml" ContentType="application/vnd.openxmlformats-officedocument.presentationml.slide+xml"/>
  <Override PartName="/ppt/slides/slide93.xml" ContentType="application/vnd.openxmlformats-officedocument.presentationml.slide+xml"/>
  <Override PartName="/ppt/slides/slide94.xml" ContentType="application/vnd.openxmlformats-officedocument.presentationml.slide+xml"/>
  <Override PartName="/ppt/slides/slide95.xml" ContentType="application/vnd.openxmlformats-officedocument.presentationml.slide+xml"/>
  <Override PartName="/ppt/slides/slide96.xml" ContentType="application/vnd.openxmlformats-officedocument.presentationml.slide+xml"/>
  <Override PartName="/ppt/slides/slide97.xml" ContentType="application/vnd.openxmlformats-officedocument.presentationml.slide+xml"/>
  <Override PartName="/ppt/slides/slide98.xml" ContentType="application/vnd.openxmlformats-officedocument.presentationml.slide+xml"/>
  <Override PartName="/ppt/slides/slide99.xml" ContentType="application/vnd.openxmlformats-officedocument.presentationml.slide+xml"/>
  <Override PartName="/ppt/slides/slide100.xml" ContentType="application/vnd.openxmlformats-officedocument.presentationml.slide+xml"/>
  <Override PartName="/ppt/slides/slide101.xml" ContentType="application/vnd.openxmlformats-officedocument.presentationml.slide+xml"/>
  <Override PartName="/ppt/slides/slide102.xml" ContentType="application/vnd.openxmlformats-officedocument.presentationml.slide+xml"/>
  <Override PartName="/ppt/slides/slide103.xml" ContentType="application/vnd.openxmlformats-officedocument.presentationml.slide+xml"/>
  <Override PartName="/ppt/slides/slide104.xml" ContentType="application/vnd.openxmlformats-officedocument.presentationml.slide+xml"/>
  <Override PartName="/ppt/slides/slide105.xml" ContentType="application/vnd.openxmlformats-officedocument.presentationml.slide+xml"/>
  <Override PartName="/ppt/slides/slide106.xml" ContentType="application/vnd.openxmlformats-officedocument.presentationml.slide+xml"/>
  <Override PartName="/ppt/slides/slide107.xml" ContentType="application/vnd.openxmlformats-officedocument.presentationml.slide+xml"/>
  <Override PartName="/ppt/slides/slide108.xml" ContentType="application/vnd.openxmlformats-officedocument.presentationml.slide+xml"/>
  <Override PartName="/ppt/slides/slide109.xml" ContentType="application/vnd.openxmlformats-officedocument.presentationml.slide+xml"/>
  <Override PartName="/ppt/slides/slide110.xml" ContentType="application/vnd.openxmlformats-officedocument.presentationml.slide+xml"/>
  <Override PartName="/ppt/slides/slide111.xml" ContentType="application/vnd.openxmlformats-officedocument.presentationml.slide+xml"/>
  <Override PartName="/ppt/slides/slide112.xml" ContentType="application/vnd.openxmlformats-officedocument.presentationml.slide+xml"/>
  <Override PartName="/ppt/slides/slide113.xml" ContentType="application/vnd.openxmlformats-officedocument.presentationml.slide+xml"/>
  <Override PartName="/ppt/slides/slide114.xml" ContentType="application/vnd.openxmlformats-officedocument.presentationml.slide+xml"/>
  <Override PartName="/ppt/slides/slide115.xml" ContentType="application/vnd.openxmlformats-officedocument.presentationml.slide+xml"/>
  <Override PartName="/ppt/slides/slide116.xml" ContentType="application/vnd.openxmlformats-officedocument.presentationml.slide+xml"/>
  <Override PartName="/ppt/slides/slide117.xml" ContentType="application/vnd.openxmlformats-officedocument.presentationml.slide+xml"/>
  <Override PartName="/ppt/slides/slide118.xml" ContentType="application/vnd.openxmlformats-officedocument.presentationml.slide+xml"/>
  <Override PartName="/ppt/slides/slide119.xml" ContentType="application/vnd.openxmlformats-officedocument.presentationml.slide+xml"/>
  <Override PartName="/ppt/slides/slide120.xml" ContentType="application/vnd.openxmlformats-officedocument.presentationml.slide+xml"/>
  <Override PartName="/ppt/slides/slide121.xml" ContentType="application/vnd.openxmlformats-officedocument.presentationml.slide+xml"/>
  <Override PartName="/ppt/slides/slide122.xml" ContentType="application/vnd.openxmlformats-officedocument.presentationml.slide+xml"/>
  <Override PartName="/ppt/slides/slide123.xml" ContentType="application/vnd.openxmlformats-officedocument.presentationml.slide+xml"/>
  <Override PartName="/ppt/slides/slide124.xml" ContentType="application/vnd.openxmlformats-officedocument.presentationml.slide+xml"/>
  <Override PartName="/ppt/slides/slide125.xml" ContentType="application/vnd.openxmlformats-officedocument.presentationml.slide+xml"/>
  <Override PartName="/ppt/slides/slide126.xml" ContentType="application/vnd.openxmlformats-officedocument.presentationml.slide+xml"/>
  <Override PartName="/ppt/slides/slide127.xml" ContentType="application/vnd.openxmlformats-officedocument.presentationml.slide+xml"/>
  <Override PartName="/ppt/slides/slide128.xml" ContentType="application/vnd.openxmlformats-officedocument.presentationml.slide+xml"/>
  <Override PartName="/ppt/slides/slide129.xml" ContentType="application/vnd.openxmlformats-officedocument.presentationml.slide+xml"/>
  <Override PartName="/ppt/slides/slide130.xml" ContentType="application/vnd.openxmlformats-officedocument.presentationml.slide+xml"/>
  <Override PartName="/ppt/slides/slide131.xml" ContentType="application/vnd.openxmlformats-officedocument.presentationml.slide+xml"/>
  <Override PartName="/ppt/slides/slide132.xml" ContentType="application/vnd.openxmlformats-officedocument.presentationml.slide+xml"/>
  <Override PartName="/ppt/slides/slide133.xml" ContentType="application/vnd.openxmlformats-officedocument.presentationml.slide+xml"/>
  <Override PartName="/ppt/slides/slide134.xml" ContentType="application/vnd.openxmlformats-officedocument.presentationml.slide+xml"/>
  <Override PartName="/ppt/slides/slide135.xml" ContentType="application/vnd.openxmlformats-officedocument.presentationml.slide+xml"/>
  <Override PartName="/ppt/slides/slide136.xml" ContentType="application/vnd.openxmlformats-officedocument.presentationml.slide+xml"/>
  <Override PartName="/ppt/slides/slide137.xml" ContentType="application/vnd.openxmlformats-officedocument.presentationml.slide+xml"/>
  <Override PartName="/ppt/slides/slide138.xml" ContentType="application/vnd.openxmlformats-officedocument.presentationml.slide+xml"/>
  <Override PartName="/ppt/slides/slide139.xml" ContentType="application/vnd.openxmlformats-officedocument.presentationml.slide+xml"/>
  <Override PartName="/ppt/slides/slide140.xml" ContentType="application/vnd.openxmlformats-officedocument.presentationml.slide+xml"/>
  <Override PartName="/ppt/slides/slide141.xml" ContentType="application/vnd.openxmlformats-officedocument.presentationml.slide+xml"/>
  <Override PartName="/ppt/slides/slide142.xml" ContentType="application/vnd.openxmlformats-officedocument.presentationml.slide+xml"/>
  <Override PartName="/ppt/slides/slide143.xml" ContentType="application/vnd.openxmlformats-officedocument.presentationml.slide+xml"/>
  <Override PartName="/ppt/slides/slide144.xml" ContentType="application/vnd.openxmlformats-officedocument.presentationml.slide+xml"/>
  <Override PartName="/ppt/slides/slide145.xml" ContentType="application/vnd.openxmlformats-officedocument.presentationml.slide+xml"/>
  <Override PartName="/ppt/slides/slide146.xml" ContentType="application/vnd.openxmlformats-officedocument.presentationml.slide+xml"/>
  <Override PartName="/ppt/slides/slide147.xml" ContentType="application/vnd.openxmlformats-officedocument.presentationml.slide+xml"/>
  <Override PartName="/ppt/slides/slide148.xml" ContentType="application/vnd.openxmlformats-officedocument.presentationml.slide+xml"/>
  <Override PartName="/ppt/slides/slide149.xml" ContentType="application/vnd.openxmlformats-officedocument.presentationml.slide+xml"/>
  <Override PartName="/ppt/slides/slide150.xml" ContentType="application/vnd.openxmlformats-officedocument.presentationml.slide+xml"/>
  <Override PartName="/ppt/slides/slide151.xml" ContentType="application/vnd.openxmlformats-officedocument.presentationml.slide+xml"/>
  <Override PartName="/ppt/slides/slide152.xml" ContentType="application/vnd.openxmlformats-officedocument.presentationml.slide+xml"/>
  <Override PartName="/ppt/slides/slide153.xml" ContentType="application/vnd.openxmlformats-officedocument.presentationml.slide+xml"/>
  <Override PartName="/ppt/slides/slide154.xml" ContentType="application/vnd.openxmlformats-officedocument.presentationml.slide+xml"/>
  <Override PartName="/ppt/slides/slide15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411" r:id="rId26"/>
    <p:sldId id="281" r:id="rId27"/>
    <p:sldId id="41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  <p:sldId id="413" r:id="rId37"/>
    <p:sldId id="292" r:id="rId38"/>
    <p:sldId id="293" r:id="rId39"/>
    <p:sldId id="294" r:id="rId40"/>
    <p:sldId id="415" r:id="rId41"/>
    <p:sldId id="414" r:id="rId42"/>
    <p:sldId id="297" r:id="rId43"/>
    <p:sldId id="298" r:id="rId44"/>
    <p:sldId id="299" r:id="rId45"/>
    <p:sldId id="416" r:id="rId46"/>
    <p:sldId id="300" r:id="rId47"/>
    <p:sldId id="301" r:id="rId48"/>
    <p:sldId id="302" r:id="rId49"/>
    <p:sldId id="303" r:id="rId50"/>
    <p:sldId id="304" r:id="rId51"/>
    <p:sldId id="305" r:id="rId52"/>
    <p:sldId id="417" r:id="rId53"/>
    <p:sldId id="307" r:id="rId54"/>
    <p:sldId id="308" r:id="rId55"/>
    <p:sldId id="418" r:id="rId56"/>
    <p:sldId id="310" r:id="rId57"/>
    <p:sldId id="311" r:id="rId58"/>
    <p:sldId id="312" r:id="rId59"/>
    <p:sldId id="313" r:id="rId60"/>
    <p:sldId id="419" r:id="rId61"/>
    <p:sldId id="315" r:id="rId62"/>
    <p:sldId id="316" r:id="rId63"/>
    <p:sldId id="317" r:id="rId64"/>
    <p:sldId id="318" r:id="rId65"/>
    <p:sldId id="319" r:id="rId66"/>
    <p:sldId id="320" r:id="rId67"/>
    <p:sldId id="321" r:id="rId68"/>
    <p:sldId id="322" r:id="rId69"/>
    <p:sldId id="323" r:id="rId70"/>
    <p:sldId id="324" r:id="rId71"/>
    <p:sldId id="325" r:id="rId72"/>
    <p:sldId id="326" r:id="rId73"/>
    <p:sldId id="327" r:id="rId74"/>
    <p:sldId id="328" r:id="rId75"/>
    <p:sldId id="329" r:id="rId76"/>
    <p:sldId id="330" r:id="rId77"/>
    <p:sldId id="331" r:id="rId78"/>
    <p:sldId id="332" r:id="rId79"/>
    <p:sldId id="333" r:id="rId80"/>
    <p:sldId id="334" r:id="rId81"/>
    <p:sldId id="420" r:id="rId82"/>
    <p:sldId id="336" r:id="rId83"/>
    <p:sldId id="421" r:id="rId84"/>
    <p:sldId id="339" r:id="rId85"/>
    <p:sldId id="340" r:id="rId86"/>
    <p:sldId id="341" r:id="rId87"/>
    <p:sldId id="342" r:id="rId88"/>
    <p:sldId id="343" r:id="rId89"/>
    <p:sldId id="344" r:id="rId90"/>
    <p:sldId id="345" r:id="rId91"/>
    <p:sldId id="346" r:id="rId92"/>
    <p:sldId id="347" r:id="rId93"/>
    <p:sldId id="422" r:id="rId94"/>
    <p:sldId id="349" r:id="rId95"/>
    <p:sldId id="350" r:id="rId96"/>
    <p:sldId id="351" r:id="rId97"/>
    <p:sldId id="352" r:id="rId98"/>
    <p:sldId id="353" r:id="rId99"/>
    <p:sldId id="354" r:id="rId100"/>
    <p:sldId id="355" r:id="rId101"/>
    <p:sldId id="356" r:id="rId102"/>
    <p:sldId id="423" r:id="rId103"/>
    <p:sldId id="358" r:id="rId104"/>
    <p:sldId id="424" r:id="rId105"/>
    <p:sldId id="360" r:id="rId106"/>
    <p:sldId id="361" r:id="rId107"/>
    <p:sldId id="362" r:id="rId108"/>
    <p:sldId id="363" r:id="rId109"/>
    <p:sldId id="364" r:id="rId110"/>
    <p:sldId id="365" r:id="rId111"/>
    <p:sldId id="425" r:id="rId112"/>
    <p:sldId id="367" r:id="rId113"/>
    <p:sldId id="368" r:id="rId114"/>
    <p:sldId id="426" r:id="rId115"/>
    <p:sldId id="370" r:id="rId116"/>
    <p:sldId id="371" r:id="rId117"/>
    <p:sldId id="372" r:id="rId118"/>
    <p:sldId id="373" r:id="rId119"/>
    <p:sldId id="374" r:id="rId120"/>
    <p:sldId id="375" r:id="rId121"/>
    <p:sldId id="376" r:id="rId122"/>
    <p:sldId id="377" r:id="rId123"/>
    <p:sldId id="378" r:id="rId124"/>
    <p:sldId id="379" r:id="rId125"/>
    <p:sldId id="380" r:id="rId126"/>
    <p:sldId id="381" r:id="rId127"/>
    <p:sldId id="382" r:id="rId128"/>
    <p:sldId id="383" r:id="rId129"/>
    <p:sldId id="384" r:id="rId130"/>
    <p:sldId id="385" r:id="rId131"/>
    <p:sldId id="386" r:id="rId132"/>
    <p:sldId id="387" r:id="rId133"/>
    <p:sldId id="388" r:id="rId134"/>
    <p:sldId id="389" r:id="rId135"/>
    <p:sldId id="390" r:id="rId136"/>
    <p:sldId id="391" r:id="rId137"/>
    <p:sldId id="392" r:id="rId138"/>
    <p:sldId id="393" r:id="rId139"/>
    <p:sldId id="427" r:id="rId140"/>
    <p:sldId id="395" r:id="rId141"/>
    <p:sldId id="428" r:id="rId142"/>
    <p:sldId id="397" r:id="rId143"/>
    <p:sldId id="398" r:id="rId144"/>
    <p:sldId id="399" r:id="rId145"/>
    <p:sldId id="400" r:id="rId146"/>
    <p:sldId id="401" r:id="rId147"/>
    <p:sldId id="402" r:id="rId148"/>
    <p:sldId id="429" r:id="rId149"/>
    <p:sldId id="404" r:id="rId150"/>
    <p:sldId id="405" r:id="rId151"/>
    <p:sldId id="406" r:id="rId152"/>
    <p:sldId id="407" r:id="rId153"/>
    <p:sldId id="408" r:id="rId154"/>
    <p:sldId id="409" r:id="rId155"/>
    <p:sldId id="430" r:id="rId156"/>
  </p:sldIdLst>
  <p:sldSz cx="18288000" cy="10287000"/>
  <p:notesSz cx="6858000" cy="9144000"/>
  <p:embeddedFontLst>
    <p:embeddedFont>
      <p:font typeface="Bevan" panose="020B0604020202020204" charset="0"/>
      <p:regular r:id="rId157"/>
    </p:embeddedFont>
    <p:embeddedFont>
      <p:font typeface="Calibri" panose="020F0502020204030204" pitchFamily="34" charset="0"/>
      <p:regular r:id="rId158"/>
      <p:bold r:id="rId159"/>
      <p:italic r:id="rId160"/>
      <p:boldItalic r:id="rId161"/>
    </p:embeddedFont>
    <p:embeddedFont>
      <p:font typeface="Fredoka" panose="020B0604020202020204" charset="0"/>
      <p:regular r:id="rId162"/>
    </p:embeddedFont>
    <p:embeddedFont>
      <p:font typeface="Yeseva One" panose="020B0604020202020204" charset="0"/>
      <p:regular r:id="rId163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 autoAdjust="0"/>
    <p:restoredTop sz="94622" autoAdjust="0"/>
  </p:normalViewPr>
  <p:slideViewPr>
    <p:cSldViewPr>
      <p:cViewPr varScale="1">
        <p:scale>
          <a:sx n="52" d="100"/>
          <a:sy n="52" d="100"/>
        </p:scale>
        <p:origin x="850" y="62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17" Type="http://schemas.openxmlformats.org/officeDocument/2006/relationships/slide" Target="slides/slide116.xml"/><Relationship Id="rId21" Type="http://schemas.openxmlformats.org/officeDocument/2006/relationships/slide" Target="slides/slide20.xml"/><Relationship Id="rId42" Type="http://schemas.openxmlformats.org/officeDocument/2006/relationships/slide" Target="slides/slide41.xml"/><Relationship Id="rId63" Type="http://schemas.openxmlformats.org/officeDocument/2006/relationships/slide" Target="slides/slide62.xml"/><Relationship Id="rId84" Type="http://schemas.openxmlformats.org/officeDocument/2006/relationships/slide" Target="slides/slide83.xml"/><Relationship Id="rId138" Type="http://schemas.openxmlformats.org/officeDocument/2006/relationships/slide" Target="slides/slide137.xml"/><Relationship Id="rId159" Type="http://schemas.openxmlformats.org/officeDocument/2006/relationships/font" Target="fonts/font3.fntdata"/><Relationship Id="rId107" Type="http://schemas.openxmlformats.org/officeDocument/2006/relationships/slide" Target="slides/slide106.xml"/><Relationship Id="rId11" Type="http://schemas.openxmlformats.org/officeDocument/2006/relationships/slide" Target="slides/slide10.xml"/><Relationship Id="rId32" Type="http://schemas.openxmlformats.org/officeDocument/2006/relationships/slide" Target="slides/slide31.xml"/><Relationship Id="rId53" Type="http://schemas.openxmlformats.org/officeDocument/2006/relationships/slide" Target="slides/slide52.xml"/><Relationship Id="rId74" Type="http://schemas.openxmlformats.org/officeDocument/2006/relationships/slide" Target="slides/slide73.xml"/><Relationship Id="rId128" Type="http://schemas.openxmlformats.org/officeDocument/2006/relationships/slide" Target="slides/slide127.xml"/><Relationship Id="rId149" Type="http://schemas.openxmlformats.org/officeDocument/2006/relationships/slide" Target="slides/slide148.xml"/><Relationship Id="rId5" Type="http://schemas.openxmlformats.org/officeDocument/2006/relationships/slide" Target="slides/slide4.xml"/><Relationship Id="rId95" Type="http://schemas.openxmlformats.org/officeDocument/2006/relationships/slide" Target="slides/slide94.xml"/><Relationship Id="rId160" Type="http://schemas.openxmlformats.org/officeDocument/2006/relationships/font" Target="fonts/font4.fntdata"/><Relationship Id="rId22" Type="http://schemas.openxmlformats.org/officeDocument/2006/relationships/slide" Target="slides/slide21.xml"/><Relationship Id="rId43" Type="http://schemas.openxmlformats.org/officeDocument/2006/relationships/slide" Target="slides/slide42.xml"/><Relationship Id="rId64" Type="http://schemas.openxmlformats.org/officeDocument/2006/relationships/slide" Target="slides/slide63.xml"/><Relationship Id="rId118" Type="http://schemas.openxmlformats.org/officeDocument/2006/relationships/slide" Target="slides/slide117.xml"/><Relationship Id="rId139" Type="http://schemas.openxmlformats.org/officeDocument/2006/relationships/slide" Target="slides/slide138.xml"/><Relationship Id="rId85" Type="http://schemas.openxmlformats.org/officeDocument/2006/relationships/slide" Target="slides/slide84.xml"/><Relationship Id="rId150" Type="http://schemas.openxmlformats.org/officeDocument/2006/relationships/slide" Target="slides/slide149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59" Type="http://schemas.openxmlformats.org/officeDocument/2006/relationships/slide" Target="slides/slide58.xml"/><Relationship Id="rId103" Type="http://schemas.openxmlformats.org/officeDocument/2006/relationships/slide" Target="slides/slide102.xml"/><Relationship Id="rId108" Type="http://schemas.openxmlformats.org/officeDocument/2006/relationships/slide" Target="slides/slide107.xml"/><Relationship Id="rId124" Type="http://schemas.openxmlformats.org/officeDocument/2006/relationships/slide" Target="slides/slide123.xml"/><Relationship Id="rId129" Type="http://schemas.openxmlformats.org/officeDocument/2006/relationships/slide" Target="slides/slide128.xml"/><Relationship Id="rId54" Type="http://schemas.openxmlformats.org/officeDocument/2006/relationships/slide" Target="slides/slide53.xml"/><Relationship Id="rId70" Type="http://schemas.openxmlformats.org/officeDocument/2006/relationships/slide" Target="slides/slide69.xml"/><Relationship Id="rId75" Type="http://schemas.openxmlformats.org/officeDocument/2006/relationships/slide" Target="slides/slide74.xml"/><Relationship Id="rId91" Type="http://schemas.openxmlformats.org/officeDocument/2006/relationships/slide" Target="slides/slide90.xml"/><Relationship Id="rId96" Type="http://schemas.openxmlformats.org/officeDocument/2006/relationships/slide" Target="slides/slide95.xml"/><Relationship Id="rId140" Type="http://schemas.openxmlformats.org/officeDocument/2006/relationships/slide" Target="slides/slide139.xml"/><Relationship Id="rId145" Type="http://schemas.openxmlformats.org/officeDocument/2006/relationships/slide" Target="slides/slide144.xml"/><Relationship Id="rId161" Type="http://schemas.openxmlformats.org/officeDocument/2006/relationships/font" Target="fonts/font5.fntdata"/><Relationship Id="rId16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49" Type="http://schemas.openxmlformats.org/officeDocument/2006/relationships/slide" Target="slides/slide48.xml"/><Relationship Id="rId114" Type="http://schemas.openxmlformats.org/officeDocument/2006/relationships/slide" Target="slides/slide113.xml"/><Relationship Id="rId119" Type="http://schemas.openxmlformats.org/officeDocument/2006/relationships/slide" Target="slides/slide118.xml"/><Relationship Id="rId44" Type="http://schemas.openxmlformats.org/officeDocument/2006/relationships/slide" Target="slides/slide43.xml"/><Relationship Id="rId60" Type="http://schemas.openxmlformats.org/officeDocument/2006/relationships/slide" Target="slides/slide59.xml"/><Relationship Id="rId65" Type="http://schemas.openxmlformats.org/officeDocument/2006/relationships/slide" Target="slides/slide64.xml"/><Relationship Id="rId81" Type="http://schemas.openxmlformats.org/officeDocument/2006/relationships/slide" Target="slides/slide80.xml"/><Relationship Id="rId86" Type="http://schemas.openxmlformats.org/officeDocument/2006/relationships/slide" Target="slides/slide85.xml"/><Relationship Id="rId130" Type="http://schemas.openxmlformats.org/officeDocument/2006/relationships/slide" Target="slides/slide129.xml"/><Relationship Id="rId135" Type="http://schemas.openxmlformats.org/officeDocument/2006/relationships/slide" Target="slides/slide134.xml"/><Relationship Id="rId151" Type="http://schemas.openxmlformats.org/officeDocument/2006/relationships/slide" Target="slides/slide150.xml"/><Relationship Id="rId156" Type="http://schemas.openxmlformats.org/officeDocument/2006/relationships/slide" Target="slides/slide155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9" Type="http://schemas.openxmlformats.org/officeDocument/2006/relationships/slide" Target="slides/slide38.xml"/><Relationship Id="rId109" Type="http://schemas.openxmlformats.org/officeDocument/2006/relationships/slide" Target="slides/slide108.xml"/><Relationship Id="rId34" Type="http://schemas.openxmlformats.org/officeDocument/2006/relationships/slide" Target="slides/slide33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76" Type="http://schemas.openxmlformats.org/officeDocument/2006/relationships/slide" Target="slides/slide75.xml"/><Relationship Id="rId97" Type="http://schemas.openxmlformats.org/officeDocument/2006/relationships/slide" Target="slides/slide96.xml"/><Relationship Id="rId104" Type="http://schemas.openxmlformats.org/officeDocument/2006/relationships/slide" Target="slides/slide103.xml"/><Relationship Id="rId120" Type="http://schemas.openxmlformats.org/officeDocument/2006/relationships/slide" Target="slides/slide119.xml"/><Relationship Id="rId125" Type="http://schemas.openxmlformats.org/officeDocument/2006/relationships/slide" Target="slides/slide124.xml"/><Relationship Id="rId141" Type="http://schemas.openxmlformats.org/officeDocument/2006/relationships/slide" Target="slides/slide140.xml"/><Relationship Id="rId146" Type="http://schemas.openxmlformats.org/officeDocument/2006/relationships/slide" Target="slides/slide145.xml"/><Relationship Id="rId167" Type="http://schemas.openxmlformats.org/officeDocument/2006/relationships/tableStyles" Target="tableStyles.xml"/><Relationship Id="rId7" Type="http://schemas.openxmlformats.org/officeDocument/2006/relationships/slide" Target="slides/slide6.xml"/><Relationship Id="rId71" Type="http://schemas.openxmlformats.org/officeDocument/2006/relationships/slide" Target="slides/slide70.xml"/><Relationship Id="rId92" Type="http://schemas.openxmlformats.org/officeDocument/2006/relationships/slide" Target="slides/slide91.xml"/><Relationship Id="rId162" Type="http://schemas.openxmlformats.org/officeDocument/2006/relationships/font" Target="fonts/font6.fntdata"/><Relationship Id="rId2" Type="http://schemas.openxmlformats.org/officeDocument/2006/relationships/slide" Target="slides/slide1.xml"/><Relationship Id="rId29" Type="http://schemas.openxmlformats.org/officeDocument/2006/relationships/slide" Target="slides/slide28.xml"/><Relationship Id="rId24" Type="http://schemas.openxmlformats.org/officeDocument/2006/relationships/slide" Target="slides/slide23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66" Type="http://schemas.openxmlformats.org/officeDocument/2006/relationships/slide" Target="slides/slide65.xml"/><Relationship Id="rId87" Type="http://schemas.openxmlformats.org/officeDocument/2006/relationships/slide" Target="slides/slide86.xml"/><Relationship Id="rId110" Type="http://schemas.openxmlformats.org/officeDocument/2006/relationships/slide" Target="slides/slide109.xml"/><Relationship Id="rId115" Type="http://schemas.openxmlformats.org/officeDocument/2006/relationships/slide" Target="slides/slide114.xml"/><Relationship Id="rId131" Type="http://schemas.openxmlformats.org/officeDocument/2006/relationships/slide" Target="slides/slide130.xml"/><Relationship Id="rId136" Type="http://schemas.openxmlformats.org/officeDocument/2006/relationships/slide" Target="slides/slide135.xml"/><Relationship Id="rId157" Type="http://schemas.openxmlformats.org/officeDocument/2006/relationships/font" Target="fonts/font1.fntdata"/><Relationship Id="rId61" Type="http://schemas.openxmlformats.org/officeDocument/2006/relationships/slide" Target="slides/slide60.xml"/><Relationship Id="rId82" Type="http://schemas.openxmlformats.org/officeDocument/2006/relationships/slide" Target="slides/slide81.xml"/><Relationship Id="rId152" Type="http://schemas.openxmlformats.org/officeDocument/2006/relationships/slide" Target="slides/slide151.xml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56" Type="http://schemas.openxmlformats.org/officeDocument/2006/relationships/slide" Target="slides/slide55.xml"/><Relationship Id="rId77" Type="http://schemas.openxmlformats.org/officeDocument/2006/relationships/slide" Target="slides/slide76.xml"/><Relationship Id="rId100" Type="http://schemas.openxmlformats.org/officeDocument/2006/relationships/slide" Target="slides/slide99.xml"/><Relationship Id="rId105" Type="http://schemas.openxmlformats.org/officeDocument/2006/relationships/slide" Target="slides/slide104.xml"/><Relationship Id="rId126" Type="http://schemas.openxmlformats.org/officeDocument/2006/relationships/slide" Target="slides/slide125.xml"/><Relationship Id="rId147" Type="http://schemas.openxmlformats.org/officeDocument/2006/relationships/slide" Target="slides/slide146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72" Type="http://schemas.openxmlformats.org/officeDocument/2006/relationships/slide" Target="slides/slide71.xml"/><Relationship Id="rId93" Type="http://schemas.openxmlformats.org/officeDocument/2006/relationships/slide" Target="slides/slide92.xml"/><Relationship Id="rId98" Type="http://schemas.openxmlformats.org/officeDocument/2006/relationships/slide" Target="slides/slide97.xml"/><Relationship Id="rId121" Type="http://schemas.openxmlformats.org/officeDocument/2006/relationships/slide" Target="slides/slide120.xml"/><Relationship Id="rId142" Type="http://schemas.openxmlformats.org/officeDocument/2006/relationships/slide" Target="slides/slide141.xml"/><Relationship Id="rId163" Type="http://schemas.openxmlformats.org/officeDocument/2006/relationships/font" Target="fonts/font7.fntdata"/><Relationship Id="rId3" Type="http://schemas.openxmlformats.org/officeDocument/2006/relationships/slide" Target="slides/slide2.xml"/><Relationship Id="rId25" Type="http://schemas.openxmlformats.org/officeDocument/2006/relationships/slide" Target="slides/slide24.xml"/><Relationship Id="rId46" Type="http://schemas.openxmlformats.org/officeDocument/2006/relationships/slide" Target="slides/slide45.xml"/><Relationship Id="rId67" Type="http://schemas.openxmlformats.org/officeDocument/2006/relationships/slide" Target="slides/slide66.xml"/><Relationship Id="rId116" Type="http://schemas.openxmlformats.org/officeDocument/2006/relationships/slide" Target="slides/slide115.xml"/><Relationship Id="rId137" Type="http://schemas.openxmlformats.org/officeDocument/2006/relationships/slide" Target="slides/slide136.xml"/><Relationship Id="rId158" Type="http://schemas.openxmlformats.org/officeDocument/2006/relationships/font" Target="fonts/font2.fntdata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62" Type="http://schemas.openxmlformats.org/officeDocument/2006/relationships/slide" Target="slides/slide61.xml"/><Relationship Id="rId83" Type="http://schemas.openxmlformats.org/officeDocument/2006/relationships/slide" Target="slides/slide82.xml"/><Relationship Id="rId88" Type="http://schemas.openxmlformats.org/officeDocument/2006/relationships/slide" Target="slides/slide87.xml"/><Relationship Id="rId111" Type="http://schemas.openxmlformats.org/officeDocument/2006/relationships/slide" Target="slides/slide110.xml"/><Relationship Id="rId132" Type="http://schemas.openxmlformats.org/officeDocument/2006/relationships/slide" Target="slides/slide131.xml"/><Relationship Id="rId153" Type="http://schemas.openxmlformats.org/officeDocument/2006/relationships/slide" Target="slides/slide152.xml"/><Relationship Id="rId15" Type="http://schemas.openxmlformats.org/officeDocument/2006/relationships/slide" Target="slides/slide14.xml"/><Relationship Id="rId36" Type="http://schemas.openxmlformats.org/officeDocument/2006/relationships/slide" Target="slides/slide35.xml"/><Relationship Id="rId57" Type="http://schemas.openxmlformats.org/officeDocument/2006/relationships/slide" Target="slides/slide56.xml"/><Relationship Id="rId106" Type="http://schemas.openxmlformats.org/officeDocument/2006/relationships/slide" Target="slides/slide105.xml"/><Relationship Id="rId127" Type="http://schemas.openxmlformats.org/officeDocument/2006/relationships/slide" Target="slides/slide126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52" Type="http://schemas.openxmlformats.org/officeDocument/2006/relationships/slide" Target="slides/slide51.xml"/><Relationship Id="rId73" Type="http://schemas.openxmlformats.org/officeDocument/2006/relationships/slide" Target="slides/slide72.xml"/><Relationship Id="rId78" Type="http://schemas.openxmlformats.org/officeDocument/2006/relationships/slide" Target="slides/slide77.xml"/><Relationship Id="rId94" Type="http://schemas.openxmlformats.org/officeDocument/2006/relationships/slide" Target="slides/slide93.xml"/><Relationship Id="rId99" Type="http://schemas.openxmlformats.org/officeDocument/2006/relationships/slide" Target="slides/slide98.xml"/><Relationship Id="rId101" Type="http://schemas.openxmlformats.org/officeDocument/2006/relationships/slide" Target="slides/slide100.xml"/><Relationship Id="rId122" Type="http://schemas.openxmlformats.org/officeDocument/2006/relationships/slide" Target="slides/slide121.xml"/><Relationship Id="rId143" Type="http://schemas.openxmlformats.org/officeDocument/2006/relationships/slide" Target="slides/slide142.xml"/><Relationship Id="rId148" Type="http://schemas.openxmlformats.org/officeDocument/2006/relationships/slide" Target="slides/slide147.xml"/><Relationship Id="rId164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26" Type="http://schemas.openxmlformats.org/officeDocument/2006/relationships/slide" Target="slides/slide25.xml"/><Relationship Id="rId47" Type="http://schemas.openxmlformats.org/officeDocument/2006/relationships/slide" Target="slides/slide46.xml"/><Relationship Id="rId68" Type="http://schemas.openxmlformats.org/officeDocument/2006/relationships/slide" Target="slides/slide67.xml"/><Relationship Id="rId89" Type="http://schemas.openxmlformats.org/officeDocument/2006/relationships/slide" Target="slides/slide88.xml"/><Relationship Id="rId112" Type="http://schemas.openxmlformats.org/officeDocument/2006/relationships/slide" Target="slides/slide111.xml"/><Relationship Id="rId133" Type="http://schemas.openxmlformats.org/officeDocument/2006/relationships/slide" Target="slides/slide132.xml"/><Relationship Id="rId154" Type="http://schemas.openxmlformats.org/officeDocument/2006/relationships/slide" Target="slides/slide153.xml"/><Relationship Id="rId16" Type="http://schemas.openxmlformats.org/officeDocument/2006/relationships/slide" Target="slides/slide15.xml"/><Relationship Id="rId37" Type="http://schemas.openxmlformats.org/officeDocument/2006/relationships/slide" Target="slides/slide36.xml"/><Relationship Id="rId58" Type="http://schemas.openxmlformats.org/officeDocument/2006/relationships/slide" Target="slides/slide57.xml"/><Relationship Id="rId79" Type="http://schemas.openxmlformats.org/officeDocument/2006/relationships/slide" Target="slides/slide78.xml"/><Relationship Id="rId102" Type="http://schemas.openxmlformats.org/officeDocument/2006/relationships/slide" Target="slides/slide101.xml"/><Relationship Id="rId123" Type="http://schemas.openxmlformats.org/officeDocument/2006/relationships/slide" Target="slides/slide122.xml"/><Relationship Id="rId144" Type="http://schemas.openxmlformats.org/officeDocument/2006/relationships/slide" Target="slides/slide143.xml"/><Relationship Id="rId90" Type="http://schemas.openxmlformats.org/officeDocument/2006/relationships/slide" Target="slides/slide89.xml"/><Relationship Id="rId165" Type="http://schemas.openxmlformats.org/officeDocument/2006/relationships/viewProps" Target="viewProps.xml"/><Relationship Id="rId27" Type="http://schemas.openxmlformats.org/officeDocument/2006/relationships/slide" Target="slides/slide26.xml"/><Relationship Id="rId48" Type="http://schemas.openxmlformats.org/officeDocument/2006/relationships/slide" Target="slides/slide47.xml"/><Relationship Id="rId69" Type="http://schemas.openxmlformats.org/officeDocument/2006/relationships/slide" Target="slides/slide68.xml"/><Relationship Id="rId113" Type="http://schemas.openxmlformats.org/officeDocument/2006/relationships/slide" Target="slides/slide112.xml"/><Relationship Id="rId134" Type="http://schemas.openxmlformats.org/officeDocument/2006/relationships/slide" Target="slides/slide133.xml"/><Relationship Id="rId80" Type="http://schemas.openxmlformats.org/officeDocument/2006/relationships/slide" Target="slides/slide79.xml"/><Relationship Id="rId155" Type="http://schemas.openxmlformats.org/officeDocument/2006/relationships/slide" Target="slides/slide154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1/4/2026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1/4/2026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1/4/2026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1/4/2026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1/4/2026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1/4/2026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1/4/2026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1/4/2026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1/4/2026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1/4/2026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1/4/2026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1/4/2026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4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4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4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4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4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4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5.svg"/></Relationships>
</file>

<file path=ppt/slides/_rels/slide4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4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sv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5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5.svg"/></Relationships>
</file>

<file path=ppt/slides/_rels/slide5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5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5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5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5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5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5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5.svg"/></Relationships>
</file>

<file path=ppt/slides/_rels/slide5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5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6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6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6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6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6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6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6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6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6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6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7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7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7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7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7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7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7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7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7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7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8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8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8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8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8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8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8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8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8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8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9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9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9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9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9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9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9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9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9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9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10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10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10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10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10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10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10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10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10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10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1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1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1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1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1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1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1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1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1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1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1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1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1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1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1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1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1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1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1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1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1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1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1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1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1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13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13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13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13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13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14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14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14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14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14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14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14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14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14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14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15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15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15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15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15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15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C13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13008597" y="319192"/>
            <a:ext cx="1749809" cy="1559185"/>
            <a:chOff x="0" y="0"/>
            <a:chExt cx="2333079" cy="2078914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2333117" cy="2078863"/>
            </a:xfrm>
            <a:custGeom>
              <a:avLst/>
              <a:gdLst/>
              <a:ahLst/>
              <a:cxnLst/>
              <a:rect l="l" t="t" r="r" b="b"/>
              <a:pathLst>
                <a:path w="2333117" h="2078863">
                  <a:moveTo>
                    <a:pt x="0" y="0"/>
                  </a:moveTo>
                  <a:lnTo>
                    <a:pt x="2333117" y="0"/>
                  </a:lnTo>
                  <a:lnTo>
                    <a:pt x="2333117" y="2078863"/>
                  </a:lnTo>
                  <a:lnTo>
                    <a:pt x="0" y="207886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t="-6112" r="1" b="-6115"/>
              </a:stretch>
            </a:blipFill>
          </p:spPr>
        </p:sp>
      </p:grpSp>
      <p:grpSp>
        <p:nvGrpSpPr>
          <p:cNvPr id="4" name="Group 4"/>
          <p:cNvGrpSpPr/>
          <p:nvPr/>
        </p:nvGrpSpPr>
        <p:grpSpPr>
          <a:xfrm>
            <a:off x="16535400" y="8039100"/>
            <a:ext cx="2239232" cy="57150"/>
            <a:chOff x="0" y="0"/>
            <a:chExt cx="2985643" cy="76200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2985643" cy="76200"/>
            </a:xfrm>
            <a:custGeom>
              <a:avLst/>
              <a:gdLst/>
              <a:ahLst/>
              <a:cxnLst/>
              <a:rect l="l" t="t" r="r" b="b"/>
              <a:pathLst>
                <a:path w="2985643" h="76200">
                  <a:moveTo>
                    <a:pt x="0" y="25400"/>
                  </a:moveTo>
                  <a:lnTo>
                    <a:pt x="2985262" y="0"/>
                  </a:lnTo>
                  <a:lnTo>
                    <a:pt x="2985643" y="50800"/>
                  </a:lnTo>
                  <a:lnTo>
                    <a:pt x="508" y="76200"/>
                  </a:lnTo>
                  <a:close/>
                </a:path>
              </a:pathLst>
            </a:custGeom>
            <a:solidFill>
              <a:srgbClr val="FFFFFF"/>
            </a:solidFill>
            <a:ln w="12700">
              <a:solidFill>
                <a:srgbClr val="000000"/>
              </a:solidFill>
            </a:ln>
          </p:spPr>
        </p:sp>
      </p:grpSp>
      <p:grpSp>
        <p:nvGrpSpPr>
          <p:cNvPr id="6" name="Group 6"/>
          <p:cNvGrpSpPr/>
          <p:nvPr/>
        </p:nvGrpSpPr>
        <p:grpSpPr>
          <a:xfrm>
            <a:off x="8962168" y="8069990"/>
            <a:ext cx="2239232" cy="57150"/>
            <a:chOff x="0" y="0"/>
            <a:chExt cx="2985643" cy="76200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2985643" cy="76200"/>
            </a:xfrm>
            <a:custGeom>
              <a:avLst/>
              <a:gdLst/>
              <a:ahLst/>
              <a:cxnLst/>
              <a:rect l="l" t="t" r="r" b="b"/>
              <a:pathLst>
                <a:path w="2985643" h="76200">
                  <a:moveTo>
                    <a:pt x="0" y="25400"/>
                  </a:moveTo>
                  <a:lnTo>
                    <a:pt x="2985262" y="0"/>
                  </a:lnTo>
                  <a:lnTo>
                    <a:pt x="2985643" y="50800"/>
                  </a:lnTo>
                  <a:lnTo>
                    <a:pt x="508" y="76200"/>
                  </a:lnTo>
                  <a:close/>
                </a:path>
              </a:pathLst>
            </a:custGeom>
            <a:solidFill>
              <a:srgbClr val="FFFFFF"/>
            </a:solidFill>
            <a:ln w="12700">
              <a:solidFill>
                <a:srgbClr val="000000"/>
              </a:solidFill>
            </a:ln>
          </p:spPr>
        </p:sp>
      </p:grpSp>
      <p:grpSp>
        <p:nvGrpSpPr>
          <p:cNvPr id="8" name="Group 8"/>
          <p:cNvGrpSpPr/>
          <p:nvPr/>
        </p:nvGrpSpPr>
        <p:grpSpPr>
          <a:xfrm>
            <a:off x="10596582" y="8978570"/>
            <a:ext cx="6856286" cy="814578"/>
            <a:chOff x="0" y="0"/>
            <a:chExt cx="9141714" cy="1086104"/>
          </a:xfrm>
        </p:grpSpPr>
        <p:sp>
          <p:nvSpPr>
            <p:cNvPr id="9" name="Freeform 9"/>
            <p:cNvSpPr/>
            <p:nvPr/>
          </p:nvSpPr>
          <p:spPr>
            <a:xfrm>
              <a:off x="8509" y="8509"/>
              <a:ext cx="9129014" cy="1073404"/>
            </a:xfrm>
            <a:custGeom>
              <a:avLst/>
              <a:gdLst/>
              <a:ahLst/>
              <a:cxnLst/>
              <a:rect l="l" t="t" r="r" b="b"/>
              <a:pathLst>
                <a:path w="9129014" h="1073404">
                  <a:moveTo>
                    <a:pt x="0" y="0"/>
                  </a:moveTo>
                  <a:lnTo>
                    <a:pt x="9129014" y="0"/>
                  </a:lnTo>
                  <a:lnTo>
                    <a:pt x="9129014" y="1073404"/>
                  </a:lnTo>
                  <a:lnTo>
                    <a:pt x="0" y="1073404"/>
                  </a:lnTo>
                  <a:close/>
                </a:path>
              </a:pathLst>
            </a:custGeom>
            <a:solidFill>
              <a:srgbClr val="352C2F"/>
            </a:solidFill>
            <a:ln w="12700">
              <a:solidFill>
                <a:srgbClr val="000000"/>
              </a:solidFill>
            </a:ln>
          </p:spPr>
        </p:sp>
        <p:sp>
          <p:nvSpPr>
            <p:cNvPr id="10" name="Freeform 10"/>
            <p:cNvSpPr/>
            <p:nvPr/>
          </p:nvSpPr>
          <p:spPr>
            <a:xfrm>
              <a:off x="0" y="0"/>
              <a:ext cx="9146032" cy="1090422"/>
            </a:xfrm>
            <a:custGeom>
              <a:avLst/>
              <a:gdLst/>
              <a:ahLst/>
              <a:cxnLst/>
              <a:rect l="l" t="t" r="r" b="b"/>
              <a:pathLst>
                <a:path w="9146032" h="1090422">
                  <a:moveTo>
                    <a:pt x="8509" y="0"/>
                  </a:moveTo>
                  <a:lnTo>
                    <a:pt x="9137523" y="0"/>
                  </a:lnTo>
                  <a:cubicBezTo>
                    <a:pt x="9142222" y="0"/>
                    <a:pt x="9146032" y="3810"/>
                    <a:pt x="9146032" y="8509"/>
                  </a:cubicBezTo>
                  <a:lnTo>
                    <a:pt x="9146032" y="1081913"/>
                  </a:lnTo>
                  <a:cubicBezTo>
                    <a:pt x="9146032" y="1086612"/>
                    <a:pt x="9142222" y="1090422"/>
                    <a:pt x="9137523" y="1090422"/>
                  </a:cubicBezTo>
                  <a:lnTo>
                    <a:pt x="8509" y="1090422"/>
                  </a:lnTo>
                  <a:cubicBezTo>
                    <a:pt x="3810" y="1090422"/>
                    <a:pt x="0" y="1086612"/>
                    <a:pt x="0" y="1081913"/>
                  </a:cubicBezTo>
                  <a:lnTo>
                    <a:pt x="0" y="8509"/>
                  </a:lnTo>
                  <a:cubicBezTo>
                    <a:pt x="0" y="3810"/>
                    <a:pt x="3810" y="0"/>
                    <a:pt x="8509" y="0"/>
                  </a:cubicBezTo>
                  <a:moveTo>
                    <a:pt x="8509" y="16891"/>
                  </a:moveTo>
                  <a:lnTo>
                    <a:pt x="8509" y="8509"/>
                  </a:lnTo>
                  <a:lnTo>
                    <a:pt x="17018" y="8509"/>
                  </a:lnTo>
                  <a:lnTo>
                    <a:pt x="17018" y="1081913"/>
                  </a:lnTo>
                  <a:lnTo>
                    <a:pt x="8509" y="1081913"/>
                  </a:lnTo>
                  <a:lnTo>
                    <a:pt x="8509" y="1073404"/>
                  </a:lnTo>
                  <a:lnTo>
                    <a:pt x="9137523" y="1073404"/>
                  </a:lnTo>
                  <a:lnTo>
                    <a:pt x="9137523" y="1081913"/>
                  </a:lnTo>
                  <a:lnTo>
                    <a:pt x="9129014" y="1081913"/>
                  </a:lnTo>
                  <a:lnTo>
                    <a:pt x="9129014" y="8509"/>
                  </a:lnTo>
                  <a:lnTo>
                    <a:pt x="9137523" y="8509"/>
                  </a:lnTo>
                  <a:lnTo>
                    <a:pt x="9137523" y="17018"/>
                  </a:lnTo>
                  <a:lnTo>
                    <a:pt x="8509" y="17018"/>
                  </a:lnTo>
                  <a:close/>
                </a:path>
              </a:pathLst>
            </a:custGeom>
            <a:solidFill>
              <a:srgbClr val="000000"/>
            </a:solidFill>
            <a:ln w="12700">
              <a:solidFill>
                <a:srgbClr val="000000"/>
              </a:solidFill>
            </a:ln>
          </p:spPr>
        </p:sp>
      </p:grpSp>
      <p:sp>
        <p:nvSpPr>
          <p:cNvPr id="11" name="Freeform 11"/>
          <p:cNvSpPr/>
          <p:nvPr/>
        </p:nvSpPr>
        <p:spPr>
          <a:xfrm>
            <a:off x="0" y="0"/>
            <a:ext cx="8962168" cy="10976993"/>
          </a:xfrm>
          <a:custGeom>
            <a:avLst/>
            <a:gdLst/>
            <a:ahLst/>
            <a:cxnLst/>
            <a:rect l="l" t="t" r="r" b="b"/>
            <a:pathLst>
              <a:path w="8962168" h="10976993">
                <a:moveTo>
                  <a:pt x="0" y="0"/>
                </a:moveTo>
                <a:lnTo>
                  <a:pt x="8962168" y="0"/>
                </a:lnTo>
                <a:lnTo>
                  <a:pt x="8962168" y="10976993"/>
                </a:lnTo>
                <a:lnTo>
                  <a:pt x="0" y="10976993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t="-2086" b="-2086"/>
            </a:stretch>
          </a:blipFill>
        </p:spPr>
        <p:txBody>
          <a:bodyPr/>
          <a:lstStyle/>
          <a:p>
            <a:endParaRPr lang="en-PH" dirty="0"/>
          </a:p>
        </p:txBody>
      </p:sp>
      <p:sp>
        <p:nvSpPr>
          <p:cNvPr id="12" name="TextBox 12"/>
          <p:cNvSpPr txBox="1"/>
          <p:nvPr/>
        </p:nvSpPr>
        <p:spPr>
          <a:xfrm>
            <a:off x="11351479" y="7701978"/>
            <a:ext cx="5064071" cy="67424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5401"/>
              </a:lnSpc>
            </a:pPr>
            <a:r>
              <a:rPr lang="en-US" sz="3800" spc="428" dirty="0">
                <a:solidFill>
                  <a:srgbClr val="404040"/>
                </a:solidFill>
                <a:latin typeface="Yeseva One"/>
                <a:ea typeface="Yeseva One"/>
                <a:cs typeface="Yeseva One"/>
                <a:sym typeface="Yeseva One"/>
              </a:rPr>
              <a:t>Mateo 2, 2-12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10669391" y="9074258"/>
            <a:ext cx="6713906" cy="62644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5151"/>
              </a:lnSpc>
            </a:pPr>
            <a:r>
              <a:rPr lang="en-US" sz="3528" spc="409" dirty="0">
                <a:solidFill>
                  <a:srgbClr val="FFFFFF"/>
                </a:solidFill>
                <a:latin typeface="Yeseva One"/>
                <a:ea typeface="Yeseva One"/>
                <a:cs typeface="Yeseva One"/>
                <a:sym typeface="Yeseva One"/>
              </a:rPr>
              <a:t>January 04, 2026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9472574" y="1678432"/>
            <a:ext cx="8487242" cy="224586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9196"/>
              </a:lnSpc>
            </a:pPr>
            <a:r>
              <a:rPr lang="en-US" sz="5400" spc="717" dirty="0" err="1">
                <a:solidFill>
                  <a:srgbClr val="404040"/>
                </a:solidFill>
                <a:latin typeface="Yeseva One"/>
                <a:ea typeface="Yeseva One"/>
                <a:cs typeface="Yeseva One"/>
                <a:sym typeface="Yeseva One"/>
              </a:rPr>
              <a:t>Dakilang</a:t>
            </a:r>
            <a:r>
              <a:rPr lang="en-US" sz="5400" spc="717" dirty="0">
                <a:solidFill>
                  <a:srgbClr val="404040"/>
                </a:solidFill>
                <a:latin typeface="Yeseva One"/>
                <a:ea typeface="Yeseva One"/>
                <a:cs typeface="Yeseva One"/>
                <a:sym typeface="Yeseva One"/>
              </a:rPr>
              <a:t> </a:t>
            </a:r>
            <a:r>
              <a:rPr lang="en-US" sz="5400" spc="717" dirty="0" err="1">
                <a:solidFill>
                  <a:srgbClr val="404040"/>
                </a:solidFill>
                <a:latin typeface="Yeseva One"/>
                <a:ea typeface="Yeseva One"/>
                <a:cs typeface="Yeseva One"/>
                <a:sym typeface="Yeseva One"/>
              </a:rPr>
              <a:t>Kapistahan</a:t>
            </a:r>
            <a:r>
              <a:rPr lang="en-US" sz="5400" spc="717" dirty="0">
                <a:solidFill>
                  <a:srgbClr val="404040"/>
                </a:solidFill>
                <a:latin typeface="Yeseva One"/>
                <a:ea typeface="Yeseva One"/>
                <a:cs typeface="Yeseva One"/>
                <a:sym typeface="Yeseva One"/>
              </a:rPr>
              <a:t> ng 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9158748" y="4020781"/>
            <a:ext cx="8920763" cy="356111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9519"/>
              </a:lnSpc>
            </a:pPr>
            <a:r>
              <a:rPr lang="en-US" sz="6800" spc="808" dirty="0">
                <a:solidFill>
                  <a:srgbClr val="404040"/>
                </a:solidFill>
                <a:latin typeface="Bevan"/>
                <a:ea typeface="Bevan"/>
                <a:cs typeface="Bevan"/>
                <a:sym typeface="Bevan"/>
              </a:rPr>
              <a:t>PAGPAPAKITA NG PANGINOON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C13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0" y="2390442"/>
            <a:ext cx="18288000" cy="489711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7511"/>
              </a:lnSpc>
            </a:pPr>
            <a:r>
              <a:rPr lang="en-US" sz="12000" spc="1284">
                <a:solidFill>
                  <a:srgbClr val="404040"/>
                </a:solidFill>
                <a:latin typeface="Fredoka"/>
                <a:ea typeface="Fredoka"/>
                <a:cs typeface="Fredoka"/>
                <a:sym typeface="Fredoka"/>
              </a:rPr>
              <a:t>HALINA HESUS, </a:t>
            </a:r>
          </a:p>
          <a:p>
            <a:pPr algn="ctr">
              <a:lnSpc>
                <a:spcPts val="17511"/>
              </a:lnSpc>
            </a:pPr>
            <a:r>
              <a:rPr lang="en-US" sz="12000" spc="1284">
                <a:solidFill>
                  <a:srgbClr val="404040"/>
                </a:solidFill>
                <a:latin typeface="Fredoka"/>
                <a:ea typeface="Fredoka"/>
                <a:cs typeface="Fredoka"/>
                <a:sym typeface="Fredoka"/>
              </a:rPr>
              <a:t>HALINA!</a:t>
            </a:r>
          </a:p>
        </p:txBody>
      </p:sp>
      <p:grpSp>
        <p:nvGrpSpPr>
          <p:cNvPr id="3" name="Group 3"/>
          <p:cNvGrpSpPr/>
          <p:nvPr/>
        </p:nvGrpSpPr>
        <p:grpSpPr>
          <a:xfrm>
            <a:off x="8153476" y="219151"/>
            <a:ext cx="1981009" cy="1981009"/>
            <a:chOff x="0" y="0"/>
            <a:chExt cx="2641346" cy="2641346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2641346" cy="2641346"/>
            </a:xfrm>
            <a:custGeom>
              <a:avLst/>
              <a:gdLst/>
              <a:ahLst/>
              <a:cxnLst/>
              <a:rect l="l" t="t" r="r" b="b"/>
              <a:pathLst>
                <a:path w="2641346" h="2641346">
                  <a:moveTo>
                    <a:pt x="0" y="0"/>
                  </a:moveTo>
                  <a:lnTo>
                    <a:pt x="2641346" y="0"/>
                  </a:lnTo>
                  <a:lnTo>
                    <a:pt x="2641346" y="2641346"/>
                  </a:lnTo>
                  <a:lnTo>
                    <a:pt x="0" y="264134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/>
              </a:stretch>
            </a:blipFill>
          </p:spPr>
        </p:sp>
      </p:grpSp>
      <p:sp>
        <p:nvSpPr>
          <p:cNvPr id="5" name="TextBox 5"/>
          <p:cNvSpPr txBox="1"/>
          <p:nvPr/>
        </p:nvSpPr>
        <p:spPr>
          <a:xfrm>
            <a:off x="-1409776" y="608581"/>
            <a:ext cx="9563243" cy="85927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964"/>
              </a:lnSpc>
            </a:pPr>
            <a:r>
              <a:rPr lang="en-US" sz="3400" spc="394">
                <a:solidFill>
                  <a:srgbClr val="404040"/>
                </a:solidFill>
                <a:latin typeface="Yeseva One"/>
                <a:ea typeface="Yeseva One"/>
                <a:cs typeface="Yeseva One"/>
                <a:sym typeface="Yeseva One"/>
              </a:rPr>
              <a:t>Pambungad na Awit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C13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0" y="2390442"/>
            <a:ext cx="18288000" cy="489711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7511"/>
              </a:lnSpc>
            </a:pPr>
            <a:r>
              <a:rPr lang="en-US" sz="12000" spc="1284">
                <a:solidFill>
                  <a:srgbClr val="404040"/>
                </a:solidFill>
                <a:latin typeface="Fredoka"/>
                <a:ea typeface="Fredoka"/>
                <a:cs typeface="Fredoka"/>
                <a:sym typeface="Fredoka"/>
              </a:rPr>
              <a:t>HALINA HESUS, </a:t>
            </a:r>
          </a:p>
          <a:p>
            <a:pPr algn="ctr">
              <a:lnSpc>
                <a:spcPts val="17511"/>
              </a:lnSpc>
            </a:pPr>
            <a:r>
              <a:rPr lang="en-US" sz="12000" spc="1284">
                <a:solidFill>
                  <a:srgbClr val="404040"/>
                </a:solidFill>
                <a:latin typeface="Fredoka"/>
                <a:ea typeface="Fredoka"/>
                <a:cs typeface="Fredoka"/>
                <a:sym typeface="Fredoka"/>
              </a:rPr>
              <a:t>HALINA!</a:t>
            </a:r>
          </a:p>
        </p:txBody>
      </p:sp>
      <p:grpSp>
        <p:nvGrpSpPr>
          <p:cNvPr id="3" name="Group 3"/>
          <p:cNvGrpSpPr/>
          <p:nvPr/>
        </p:nvGrpSpPr>
        <p:grpSpPr>
          <a:xfrm>
            <a:off x="8153476" y="219151"/>
            <a:ext cx="1981009" cy="1981009"/>
            <a:chOff x="0" y="0"/>
            <a:chExt cx="2641346" cy="2641346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2641346" cy="2641346"/>
            </a:xfrm>
            <a:custGeom>
              <a:avLst/>
              <a:gdLst/>
              <a:ahLst/>
              <a:cxnLst/>
              <a:rect l="l" t="t" r="r" b="b"/>
              <a:pathLst>
                <a:path w="2641346" h="2641346">
                  <a:moveTo>
                    <a:pt x="0" y="0"/>
                  </a:moveTo>
                  <a:lnTo>
                    <a:pt x="2641346" y="0"/>
                  </a:lnTo>
                  <a:lnTo>
                    <a:pt x="2641346" y="2641346"/>
                  </a:lnTo>
                  <a:lnTo>
                    <a:pt x="0" y="264134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/>
              </a:stretch>
            </a:blipFill>
          </p:spPr>
        </p:sp>
      </p:grp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C13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611772" y="2942520"/>
            <a:ext cx="17064409" cy="413526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5720"/>
              </a:lnSpc>
            </a:pPr>
            <a:r>
              <a:rPr lang="en-US" sz="12000" spc="1153">
                <a:solidFill>
                  <a:srgbClr val="404040"/>
                </a:solidFill>
                <a:latin typeface="Fredoka"/>
                <a:ea typeface="Fredoka"/>
                <a:cs typeface="Fredoka"/>
                <a:sym typeface="Fredoka"/>
              </a:rPr>
              <a:t>SA SIMULAY, SINALOOB MO</a:t>
            </a:r>
          </a:p>
        </p:txBody>
      </p:sp>
      <p:grpSp>
        <p:nvGrpSpPr>
          <p:cNvPr id="3" name="Group 3"/>
          <p:cNvGrpSpPr/>
          <p:nvPr/>
        </p:nvGrpSpPr>
        <p:grpSpPr>
          <a:xfrm>
            <a:off x="8153476" y="219151"/>
            <a:ext cx="1981009" cy="1981009"/>
            <a:chOff x="0" y="0"/>
            <a:chExt cx="2641346" cy="2641346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2641346" cy="2641346"/>
            </a:xfrm>
            <a:custGeom>
              <a:avLst/>
              <a:gdLst/>
              <a:ahLst/>
              <a:cxnLst/>
              <a:rect l="l" t="t" r="r" b="b"/>
              <a:pathLst>
                <a:path w="2641346" h="2641346">
                  <a:moveTo>
                    <a:pt x="0" y="0"/>
                  </a:moveTo>
                  <a:lnTo>
                    <a:pt x="2641346" y="0"/>
                  </a:lnTo>
                  <a:lnTo>
                    <a:pt x="2641346" y="2641346"/>
                  </a:lnTo>
                  <a:lnTo>
                    <a:pt x="0" y="264134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/>
              </a:stretch>
            </a:blipFill>
          </p:spPr>
        </p:sp>
      </p:grp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C13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611772" y="2667000"/>
            <a:ext cx="17064409" cy="630681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5720"/>
              </a:lnSpc>
            </a:pPr>
            <a:r>
              <a:rPr lang="en-US" sz="12000" spc="1160">
                <a:solidFill>
                  <a:srgbClr val="404040"/>
                </a:solidFill>
                <a:latin typeface="Fredoka"/>
                <a:ea typeface="Fredoka"/>
                <a:cs typeface="Fredoka"/>
                <a:sym typeface="Fredoka"/>
              </a:rPr>
              <a:t>O, D’YOS, KALIGTASAN NG TAO</a:t>
            </a:r>
          </a:p>
        </p:txBody>
      </p:sp>
      <p:grpSp>
        <p:nvGrpSpPr>
          <p:cNvPr id="3" name="Group 3"/>
          <p:cNvGrpSpPr/>
          <p:nvPr/>
        </p:nvGrpSpPr>
        <p:grpSpPr>
          <a:xfrm>
            <a:off x="8153476" y="219151"/>
            <a:ext cx="1981009" cy="1981009"/>
            <a:chOff x="0" y="0"/>
            <a:chExt cx="2641346" cy="2641346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2641346" cy="2641346"/>
            </a:xfrm>
            <a:custGeom>
              <a:avLst/>
              <a:gdLst/>
              <a:ahLst/>
              <a:cxnLst/>
              <a:rect l="l" t="t" r="r" b="b"/>
              <a:pathLst>
                <a:path w="2641346" h="2641346">
                  <a:moveTo>
                    <a:pt x="0" y="0"/>
                  </a:moveTo>
                  <a:lnTo>
                    <a:pt x="2641346" y="0"/>
                  </a:lnTo>
                  <a:lnTo>
                    <a:pt x="2641346" y="2641346"/>
                  </a:lnTo>
                  <a:lnTo>
                    <a:pt x="0" y="264134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/>
              </a:stretch>
            </a:blipFill>
          </p:spPr>
        </p:sp>
      </p:grp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C13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-1086307" y="2514600"/>
            <a:ext cx="20460576" cy="616363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5720"/>
              </a:lnSpc>
            </a:pPr>
            <a:r>
              <a:rPr lang="en-US" sz="12000" spc="1153">
                <a:solidFill>
                  <a:srgbClr val="404040"/>
                </a:solidFill>
                <a:latin typeface="Fredoka"/>
                <a:ea typeface="Fredoka"/>
                <a:cs typeface="Fredoka"/>
                <a:sym typeface="Fredoka"/>
              </a:rPr>
              <a:t>SA TAKDANG PANAHON AY TINAWAG MO,</a:t>
            </a:r>
          </a:p>
        </p:txBody>
      </p:sp>
      <p:grpSp>
        <p:nvGrpSpPr>
          <p:cNvPr id="3" name="Group 3"/>
          <p:cNvGrpSpPr/>
          <p:nvPr/>
        </p:nvGrpSpPr>
        <p:grpSpPr>
          <a:xfrm>
            <a:off x="8153476" y="219151"/>
            <a:ext cx="1981009" cy="1981009"/>
            <a:chOff x="0" y="0"/>
            <a:chExt cx="2641346" cy="2641346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2641346" cy="2641346"/>
            </a:xfrm>
            <a:custGeom>
              <a:avLst/>
              <a:gdLst/>
              <a:ahLst/>
              <a:cxnLst/>
              <a:rect l="l" t="t" r="r" b="b"/>
              <a:pathLst>
                <a:path w="2641346" h="2641346">
                  <a:moveTo>
                    <a:pt x="0" y="0"/>
                  </a:moveTo>
                  <a:lnTo>
                    <a:pt x="2641346" y="0"/>
                  </a:lnTo>
                  <a:lnTo>
                    <a:pt x="2641346" y="2641346"/>
                  </a:lnTo>
                  <a:lnTo>
                    <a:pt x="0" y="264134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/>
              </a:stretch>
            </a:blipFill>
          </p:spPr>
        </p:sp>
      </p:grp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C13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-1086307" y="2743200"/>
            <a:ext cx="20460576" cy="616363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5720"/>
              </a:lnSpc>
            </a:pPr>
            <a:r>
              <a:rPr lang="en-US" sz="12000" spc="1153">
                <a:solidFill>
                  <a:srgbClr val="404040"/>
                </a:solidFill>
                <a:latin typeface="Fredoka"/>
                <a:ea typeface="Fredoka"/>
                <a:cs typeface="Fredoka"/>
                <a:sym typeface="Fredoka"/>
              </a:rPr>
              <a:t>ISANG BAYANG LINGKOD</a:t>
            </a:r>
          </a:p>
          <a:p>
            <a:pPr algn="ctr">
              <a:lnSpc>
                <a:spcPts val="15720"/>
              </a:lnSpc>
            </a:pPr>
            <a:r>
              <a:rPr lang="en-US" sz="12000" spc="1160">
                <a:solidFill>
                  <a:srgbClr val="404040"/>
                </a:solidFill>
                <a:latin typeface="Fredoka"/>
                <a:ea typeface="Fredoka"/>
                <a:cs typeface="Fredoka"/>
                <a:sym typeface="Fredoka"/>
              </a:rPr>
              <a:t> SA IYO</a:t>
            </a:r>
          </a:p>
        </p:txBody>
      </p:sp>
      <p:grpSp>
        <p:nvGrpSpPr>
          <p:cNvPr id="3" name="Group 3"/>
          <p:cNvGrpSpPr/>
          <p:nvPr/>
        </p:nvGrpSpPr>
        <p:grpSpPr>
          <a:xfrm>
            <a:off x="8153476" y="219151"/>
            <a:ext cx="1981009" cy="1981009"/>
            <a:chOff x="0" y="0"/>
            <a:chExt cx="2641346" cy="2641346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2641346" cy="2641346"/>
            </a:xfrm>
            <a:custGeom>
              <a:avLst/>
              <a:gdLst/>
              <a:ahLst/>
              <a:cxnLst/>
              <a:rect l="l" t="t" r="r" b="b"/>
              <a:pathLst>
                <a:path w="2641346" h="2641346">
                  <a:moveTo>
                    <a:pt x="0" y="0"/>
                  </a:moveTo>
                  <a:lnTo>
                    <a:pt x="2641346" y="0"/>
                  </a:lnTo>
                  <a:lnTo>
                    <a:pt x="2641346" y="2641346"/>
                  </a:lnTo>
                  <a:lnTo>
                    <a:pt x="0" y="264134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/>
              </a:stretch>
            </a:blipFill>
          </p:spPr>
        </p:sp>
      </p:grp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C13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0" y="2390442"/>
            <a:ext cx="18288000" cy="489711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7511"/>
              </a:lnSpc>
            </a:pPr>
            <a:r>
              <a:rPr lang="en-US" sz="12000" spc="1284">
                <a:solidFill>
                  <a:srgbClr val="404040"/>
                </a:solidFill>
                <a:latin typeface="Fredoka"/>
                <a:ea typeface="Fredoka"/>
                <a:cs typeface="Fredoka"/>
                <a:sym typeface="Fredoka"/>
              </a:rPr>
              <a:t>HALINA HESUS, </a:t>
            </a:r>
          </a:p>
          <a:p>
            <a:pPr algn="ctr">
              <a:lnSpc>
                <a:spcPts val="17511"/>
              </a:lnSpc>
            </a:pPr>
            <a:r>
              <a:rPr lang="en-US" sz="12000" spc="1284">
                <a:solidFill>
                  <a:srgbClr val="404040"/>
                </a:solidFill>
                <a:latin typeface="Fredoka"/>
                <a:ea typeface="Fredoka"/>
                <a:cs typeface="Fredoka"/>
                <a:sym typeface="Fredoka"/>
              </a:rPr>
              <a:t>HALINA!</a:t>
            </a:r>
          </a:p>
        </p:txBody>
      </p:sp>
      <p:grpSp>
        <p:nvGrpSpPr>
          <p:cNvPr id="3" name="Group 3"/>
          <p:cNvGrpSpPr/>
          <p:nvPr/>
        </p:nvGrpSpPr>
        <p:grpSpPr>
          <a:xfrm>
            <a:off x="8153476" y="219151"/>
            <a:ext cx="1981009" cy="1981009"/>
            <a:chOff x="0" y="0"/>
            <a:chExt cx="2641346" cy="2641346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2641346" cy="2641346"/>
            </a:xfrm>
            <a:custGeom>
              <a:avLst/>
              <a:gdLst/>
              <a:ahLst/>
              <a:cxnLst/>
              <a:rect l="l" t="t" r="r" b="b"/>
              <a:pathLst>
                <a:path w="2641346" h="2641346">
                  <a:moveTo>
                    <a:pt x="0" y="0"/>
                  </a:moveTo>
                  <a:lnTo>
                    <a:pt x="2641346" y="0"/>
                  </a:lnTo>
                  <a:lnTo>
                    <a:pt x="2641346" y="2641346"/>
                  </a:lnTo>
                  <a:lnTo>
                    <a:pt x="0" y="264134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/>
              </a:stretch>
            </a:blipFill>
          </p:spPr>
        </p:sp>
      </p:grp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C13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0" y="2390442"/>
            <a:ext cx="18288000" cy="489711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7511"/>
              </a:lnSpc>
            </a:pPr>
            <a:r>
              <a:rPr lang="en-US" sz="12000" spc="1284">
                <a:solidFill>
                  <a:srgbClr val="404040"/>
                </a:solidFill>
                <a:latin typeface="Fredoka"/>
                <a:ea typeface="Fredoka"/>
                <a:cs typeface="Fredoka"/>
                <a:sym typeface="Fredoka"/>
              </a:rPr>
              <a:t>HALINA HESUS, </a:t>
            </a:r>
          </a:p>
          <a:p>
            <a:pPr algn="ctr">
              <a:lnSpc>
                <a:spcPts val="17511"/>
              </a:lnSpc>
            </a:pPr>
            <a:r>
              <a:rPr lang="en-US" sz="12000" spc="1284">
                <a:solidFill>
                  <a:srgbClr val="404040"/>
                </a:solidFill>
                <a:latin typeface="Fredoka"/>
                <a:ea typeface="Fredoka"/>
                <a:cs typeface="Fredoka"/>
                <a:sym typeface="Fredoka"/>
              </a:rPr>
              <a:t>HALINA!</a:t>
            </a:r>
          </a:p>
        </p:txBody>
      </p:sp>
      <p:grpSp>
        <p:nvGrpSpPr>
          <p:cNvPr id="3" name="Group 3"/>
          <p:cNvGrpSpPr/>
          <p:nvPr/>
        </p:nvGrpSpPr>
        <p:grpSpPr>
          <a:xfrm>
            <a:off x="8153476" y="219151"/>
            <a:ext cx="1981009" cy="1981009"/>
            <a:chOff x="0" y="0"/>
            <a:chExt cx="2641346" cy="2641346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2641346" cy="2641346"/>
            </a:xfrm>
            <a:custGeom>
              <a:avLst/>
              <a:gdLst/>
              <a:ahLst/>
              <a:cxnLst/>
              <a:rect l="l" t="t" r="r" b="b"/>
              <a:pathLst>
                <a:path w="2641346" h="2641346">
                  <a:moveTo>
                    <a:pt x="0" y="0"/>
                  </a:moveTo>
                  <a:lnTo>
                    <a:pt x="2641346" y="0"/>
                  </a:lnTo>
                  <a:lnTo>
                    <a:pt x="2641346" y="2641346"/>
                  </a:lnTo>
                  <a:lnTo>
                    <a:pt x="0" y="264134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/>
              </a:stretch>
            </a:blipFill>
          </p:spPr>
        </p:sp>
      </p:grp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C13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0" y="2390442"/>
            <a:ext cx="18288000" cy="489711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7511"/>
              </a:lnSpc>
            </a:pPr>
            <a:r>
              <a:rPr lang="en-US" sz="12000" spc="1284">
                <a:solidFill>
                  <a:srgbClr val="404040"/>
                </a:solidFill>
                <a:latin typeface="Fredoka"/>
                <a:ea typeface="Fredoka"/>
                <a:cs typeface="Fredoka"/>
                <a:sym typeface="Fredoka"/>
              </a:rPr>
              <a:t>HALINA HESUS, </a:t>
            </a:r>
          </a:p>
          <a:p>
            <a:pPr algn="ctr">
              <a:lnSpc>
                <a:spcPts val="17511"/>
              </a:lnSpc>
            </a:pPr>
            <a:r>
              <a:rPr lang="en-US" sz="12000" spc="1284">
                <a:solidFill>
                  <a:srgbClr val="404040"/>
                </a:solidFill>
                <a:latin typeface="Fredoka"/>
                <a:ea typeface="Fredoka"/>
                <a:cs typeface="Fredoka"/>
                <a:sym typeface="Fredoka"/>
              </a:rPr>
              <a:t>HALINA!</a:t>
            </a:r>
          </a:p>
        </p:txBody>
      </p:sp>
      <p:grpSp>
        <p:nvGrpSpPr>
          <p:cNvPr id="3" name="Group 3"/>
          <p:cNvGrpSpPr/>
          <p:nvPr/>
        </p:nvGrpSpPr>
        <p:grpSpPr>
          <a:xfrm>
            <a:off x="8153476" y="219151"/>
            <a:ext cx="1981009" cy="1981009"/>
            <a:chOff x="0" y="0"/>
            <a:chExt cx="2641346" cy="2641346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2641346" cy="2641346"/>
            </a:xfrm>
            <a:custGeom>
              <a:avLst/>
              <a:gdLst/>
              <a:ahLst/>
              <a:cxnLst/>
              <a:rect l="l" t="t" r="r" b="b"/>
              <a:pathLst>
                <a:path w="2641346" h="2641346">
                  <a:moveTo>
                    <a:pt x="0" y="0"/>
                  </a:moveTo>
                  <a:lnTo>
                    <a:pt x="2641346" y="0"/>
                  </a:lnTo>
                  <a:lnTo>
                    <a:pt x="2641346" y="2641346"/>
                  </a:lnTo>
                  <a:lnTo>
                    <a:pt x="0" y="264134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/>
              </a:stretch>
            </a:blipFill>
          </p:spPr>
        </p:sp>
      </p:grp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C13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775592" y="2935014"/>
            <a:ext cx="16736778" cy="415026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5720"/>
              </a:lnSpc>
            </a:pPr>
            <a:r>
              <a:rPr lang="en-US" sz="12000" spc="1153">
                <a:solidFill>
                  <a:srgbClr val="404040"/>
                </a:solidFill>
                <a:latin typeface="Fredoka"/>
                <a:ea typeface="Fredoka"/>
                <a:cs typeface="Fredoka"/>
                <a:sym typeface="Fredoka"/>
              </a:rPr>
              <a:t>GABAY NG IYONG BAYANG HINIRANG</a:t>
            </a:r>
          </a:p>
        </p:txBody>
      </p:sp>
      <p:grpSp>
        <p:nvGrpSpPr>
          <p:cNvPr id="3" name="Group 3"/>
          <p:cNvGrpSpPr/>
          <p:nvPr/>
        </p:nvGrpSpPr>
        <p:grpSpPr>
          <a:xfrm>
            <a:off x="8153476" y="219151"/>
            <a:ext cx="1981009" cy="1981009"/>
            <a:chOff x="0" y="0"/>
            <a:chExt cx="2641346" cy="2641346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2641346" cy="2641346"/>
            </a:xfrm>
            <a:custGeom>
              <a:avLst/>
              <a:gdLst/>
              <a:ahLst/>
              <a:cxnLst/>
              <a:rect l="l" t="t" r="r" b="b"/>
              <a:pathLst>
                <a:path w="2641346" h="2641346">
                  <a:moveTo>
                    <a:pt x="0" y="0"/>
                  </a:moveTo>
                  <a:lnTo>
                    <a:pt x="2641346" y="0"/>
                  </a:lnTo>
                  <a:lnTo>
                    <a:pt x="2641346" y="2641346"/>
                  </a:lnTo>
                  <a:lnTo>
                    <a:pt x="0" y="264134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/>
              </a:stretch>
            </a:blipFill>
          </p:spPr>
        </p:sp>
      </p:grp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C13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775592" y="2935014"/>
            <a:ext cx="16736778" cy="415026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5720"/>
              </a:lnSpc>
            </a:pPr>
            <a:r>
              <a:rPr lang="en-US" sz="12000" spc="1160">
                <a:solidFill>
                  <a:srgbClr val="404040"/>
                </a:solidFill>
                <a:latin typeface="Fredoka"/>
                <a:ea typeface="Fredoka"/>
                <a:cs typeface="Fredoka"/>
                <a:sym typeface="Fredoka"/>
              </a:rPr>
              <a:t>ANG PAG-ASA SA IYONG MESIYAS</a:t>
            </a:r>
          </a:p>
        </p:txBody>
      </p:sp>
      <p:grpSp>
        <p:nvGrpSpPr>
          <p:cNvPr id="3" name="Group 3"/>
          <p:cNvGrpSpPr/>
          <p:nvPr/>
        </p:nvGrpSpPr>
        <p:grpSpPr>
          <a:xfrm>
            <a:off x="8153476" y="219151"/>
            <a:ext cx="1981009" cy="1981009"/>
            <a:chOff x="0" y="0"/>
            <a:chExt cx="2641346" cy="2641346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2641346" cy="2641346"/>
            </a:xfrm>
            <a:custGeom>
              <a:avLst/>
              <a:gdLst/>
              <a:ahLst/>
              <a:cxnLst/>
              <a:rect l="l" t="t" r="r" b="b"/>
              <a:pathLst>
                <a:path w="2641346" h="2641346">
                  <a:moveTo>
                    <a:pt x="0" y="0"/>
                  </a:moveTo>
                  <a:lnTo>
                    <a:pt x="2641346" y="0"/>
                  </a:lnTo>
                  <a:lnTo>
                    <a:pt x="2641346" y="2641346"/>
                  </a:lnTo>
                  <a:lnTo>
                    <a:pt x="0" y="264134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/>
              </a:stretch>
            </a:blipFill>
          </p:spPr>
        </p:sp>
      </p:grp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C13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775592" y="2219325"/>
            <a:ext cx="16736778" cy="636203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5919"/>
              </a:lnSpc>
            </a:pPr>
            <a:r>
              <a:rPr lang="en-US" sz="11499" spc="1172">
                <a:solidFill>
                  <a:srgbClr val="404040"/>
                </a:solidFill>
                <a:latin typeface="Fredoka"/>
                <a:ea typeface="Fredoka"/>
                <a:cs typeface="Fredoka"/>
                <a:sym typeface="Fredoka"/>
              </a:rPr>
              <a:t>“EMMANUEL” ANG PANGALANG BIGAY SA KANIYA</a:t>
            </a:r>
          </a:p>
        </p:txBody>
      </p:sp>
      <p:grpSp>
        <p:nvGrpSpPr>
          <p:cNvPr id="3" name="Group 3"/>
          <p:cNvGrpSpPr/>
          <p:nvPr/>
        </p:nvGrpSpPr>
        <p:grpSpPr>
          <a:xfrm>
            <a:off x="8153476" y="219151"/>
            <a:ext cx="1981009" cy="1981009"/>
            <a:chOff x="0" y="0"/>
            <a:chExt cx="2641346" cy="2641346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2641346" cy="2641346"/>
            </a:xfrm>
            <a:custGeom>
              <a:avLst/>
              <a:gdLst/>
              <a:ahLst/>
              <a:cxnLst/>
              <a:rect l="l" t="t" r="r" b="b"/>
              <a:pathLst>
                <a:path w="2641346" h="2641346">
                  <a:moveTo>
                    <a:pt x="0" y="0"/>
                  </a:moveTo>
                  <a:lnTo>
                    <a:pt x="2641346" y="0"/>
                  </a:lnTo>
                  <a:lnTo>
                    <a:pt x="2641346" y="2641346"/>
                  </a:lnTo>
                  <a:lnTo>
                    <a:pt x="0" y="264134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/>
              </a:stretch>
            </a:blipFill>
          </p:spPr>
        </p:sp>
      </p:grp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C13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775592" y="3314700"/>
            <a:ext cx="16736778" cy="421824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5919"/>
              </a:lnSpc>
            </a:pPr>
            <a:r>
              <a:rPr lang="en-US" sz="12000" spc="1173">
                <a:solidFill>
                  <a:srgbClr val="404040"/>
                </a:solidFill>
                <a:latin typeface="Fredoka"/>
                <a:ea typeface="Fredoka"/>
                <a:cs typeface="Fredoka"/>
                <a:sym typeface="Fredoka"/>
              </a:rPr>
              <a:t>NASA ATIN ANG D’YOS TUWINA</a:t>
            </a:r>
          </a:p>
        </p:txBody>
      </p:sp>
      <p:grpSp>
        <p:nvGrpSpPr>
          <p:cNvPr id="3" name="Group 3"/>
          <p:cNvGrpSpPr/>
          <p:nvPr/>
        </p:nvGrpSpPr>
        <p:grpSpPr>
          <a:xfrm>
            <a:off x="8153476" y="219151"/>
            <a:ext cx="1981009" cy="1981009"/>
            <a:chOff x="0" y="0"/>
            <a:chExt cx="2641346" cy="2641346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2641346" cy="2641346"/>
            </a:xfrm>
            <a:custGeom>
              <a:avLst/>
              <a:gdLst/>
              <a:ahLst/>
              <a:cxnLst/>
              <a:rect l="l" t="t" r="r" b="b"/>
              <a:pathLst>
                <a:path w="2641346" h="2641346">
                  <a:moveTo>
                    <a:pt x="0" y="0"/>
                  </a:moveTo>
                  <a:lnTo>
                    <a:pt x="2641346" y="0"/>
                  </a:lnTo>
                  <a:lnTo>
                    <a:pt x="2641346" y="2641346"/>
                  </a:lnTo>
                  <a:lnTo>
                    <a:pt x="0" y="264134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/>
              </a:stretch>
            </a:blipFill>
          </p:spPr>
        </p:sp>
      </p:grp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C13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0" y="2390442"/>
            <a:ext cx="18288000" cy="489711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7511"/>
              </a:lnSpc>
            </a:pPr>
            <a:r>
              <a:rPr lang="en-US" sz="12000" spc="1284">
                <a:solidFill>
                  <a:srgbClr val="404040"/>
                </a:solidFill>
                <a:latin typeface="Fredoka"/>
                <a:ea typeface="Fredoka"/>
                <a:cs typeface="Fredoka"/>
                <a:sym typeface="Fredoka"/>
              </a:rPr>
              <a:t>HALINA HESUS, </a:t>
            </a:r>
          </a:p>
          <a:p>
            <a:pPr algn="ctr">
              <a:lnSpc>
                <a:spcPts val="17511"/>
              </a:lnSpc>
            </a:pPr>
            <a:r>
              <a:rPr lang="en-US" sz="12000" spc="1284">
                <a:solidFill>
                  <a:srgbClr val="404040"/>
                </a:solidFill>
                <a:latin typeface="Fredoka"/>
                <a:ea typeface="Fredoka"/>
                <a:cs typeface="Fredoka"/>
                <a:sym typeface="Fredoka"/>
              </a:rPr>
              <a:t>HALINA!</a:t>
            </a:r>
          </a:p>
        </p:txBody>
      </p:sp>
      <p:grpSp>
        <p:nvGrpSpPr>
          <p:cNvPr id="3" name="Group 3"/>
          <p:cNvGrpSpPr/>
          <p:nvPr/>
        </p:nvGrpSpPr>
        <p:grpSpPr>
          <a:xfrm>
            <a:off x="8153476" y="219151"/>
            <a:ext cx="1981009" cy="1981009"/>
            <a:chOff x="0" y="0"/>
            <a:chExt cx="2641346" cy="2641346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2641346" cy="2641346"/>
            </a:xfrm>
            <a:custGeom>
              <a:avLst/>
              <a:gdLst/>
              <a:ahLst/>
              <a:cxnLst/>
              <a:rect l="l" t="t" r="r" b="b"/>
              <a:pathLst>
                <a:path w="2641346" h="2641346">
                  <a:moveTo>
                    <a:pt x="0" y="0"/>
                  </a:moveTo>
                  <a:lnTo>
                    <a:pt x="2641346" y="0"/>
                  </a:lnTo>
                  <a:lnTo>
                    <a:pt x="2641346" y="2641346"/>
                  </a:lnTo>
                  <a:lnTo>
                    <a:pt x="0" y="264134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/>
              </a:stretch>
            </a:blipFill>
          </p:spPr>
        </p:sp>
      </p:grp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C13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0" y="2390442"/>
            <a:ext cx="18288000" cy="489711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7511"/>
              </a:lnSpc>
            </a:pPr>
            <a:r>
              <a:rPr lang="en-US" sz="12000" spc="1284">
                <a:solidFill>
                  <a:srgbClr val="404040"/>
                </a:solidFill>
                <a:latin typeface="Fredoka"/>
                <a:ea typeface="Fredoka"/>
                <a:cs typeface="Fredoka"/>
                <a:sym typeface="Fredoka"/>
              </a:rPr>
              <a:t>HALINA HESUS, </a:t>
            </a:r>
          </a:p>
          <a:p>
            <a:pPr algn="ctr">
              <a:lnSpc>
                <a:spcPts val="17511"/>
              </a:lnSpc>
            </a:pPr>
            <a:r>
              <a:rPr lang="en-US" sz="12000" spc="1284">
                <a:solidFill>
                  <a:srgbClr val="404040"/>
                </a:solidFill>
                <a:latin typeface="Fredoka"/>
                <a:ea typeface="Fredoka"/>
                <a:cs typeface="Fredoka"/>
                <a:sym typeface="Fredoka"/>
              </a:rPr>
              <a:t>HALINA!</a:t>
            </a:r>
          </a:p>
        </p:txBody>
      </p:sp>
      <p:grpSp>
        <p:nvGrpSpPr>
          <p:cNvPr id="3" name="Group 3"/>
          <p:cNvGrpSpPr/>
          <p:nvPr/>
        </p:nvGrpSpPr>
        <p:grpSpPr>
          <a:xfrm>
            <a:off x="8153476" y="219151"/>
            <a:ext cx="1981009" cy="1981009"/>
            <a:chOff x="0" y="0"/>
            <a:chExt cx="2641346" cy="2641346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2641346" cy="2641346"/>
            </a:xfrm>
            <a:custGeom>
              <a:avLst/>
              <a:gdLst/>
              <a:ahLst/>
              <a:cxnLst/>
              <a:rect l="l" t="t" r="r" b="b"/>
              <a:pathLst>
                <a:path w="2641346" h="2641346">
                  <a:moveTo>
                    <a:pt x="0" y="0"/>
                  </a:moveTo>
                  <a:lnTo>
                    <a:pt x="2641346" y="0"/>
                  </a:lnTo>
                  <a:lnTo>
                    <a:pt x="2641346" y="2641346"/>
                  </a:lnTo>
                  <a:lnTo>
                    <a:pt x="0" y="264134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/>
              </a:stretch>
            </a:blipFill>
          </p:spPr>
        </p:sp>
      </p:grp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C13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775592" y="3276600"/>
            <a:ext cx="16736778" cy="415026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5720"/>
              </a:lnSpc>
            </a:pPr>
            <a:r>
              <a:rPr lang="en-US" sz="12000" spc="1153">
                <a:solidFill>
                  <a:srgbClr val="404040"/>
                </a:solidFill>
                <a:latin typeface="Fredoka"/>
                <a:ea typeface="Fredoka"/>
                <a:cs typeface="Fredoka"/>
                <a:sym typeface="Fredoka"/>
              </a:rPr>
              <a:t>ISINILANG SIYA NI MARIA</a:t>
            </a:r>
          </a:p>
        </p:txBody>
      </p:sp>
      <p:grpSp>
        <p:nvGrpSpPr>
          <p:cNvPr id="3" name="Group 3"/>
          <p:cNvGrpSpPr/>
          <p:nvPr/>
        </p:nvGrpSpPr>
        <p:grpSpPr>
          <a:xfrm>
            <a:off x="8153476" y="219151"/>
            <a:ext cx="1981009" cy="1981009"/>
            <a:chOff x="0" y="0"/>
            <a:chExt cx="2641346" cy="2641346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2641346" cy="2641346"/>
            </a:xfrm>
            <a:custGeom>
              <a:avLst/>
              <a:gdLst/>
              <a:ahLst/>
              <a:cxnLst/>
              <a:rect l="l" t="t" r="r" b="b"/>
              <a:pathLst>
                <a:path w="2641346" h="2641346">
                  <a:moveTo>
                    <a:pt x="0" y="0"/>
                  </a:moveTo>
                  <a:lnTo>
                    <a:pt x="2641346" y="0"/>
                  </a:lnTo>
                  <a:lnTo>
                    <a:pt x="2641346" y="2641346"/>
                  </a:lnTo>
                  <a:lnTo>
                    <a:pt x="0" y="264134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/>
              </a:stretch>
            </a:blipFill>
          </p:spPr>
        </p:sp>
      </p:grp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C13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0" y="3048000"/>
            <a:ext cx="18288000" cy="415026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5720"/>
              </a:lnSpc>
            </a:pPr>
            <a:r>
              <a:rPr lang="en-US" sz="12000" spc="1160">
                <a:solidFill>
                  <a:srgbClr val="404040"/>
                </a:solidFill>
                <a:latin typeface="Fredoka"/>
                <a:ea typeface="Fredoka"/>
                <a:cs typeface="Fredoka"/>
                <a:sym typeface="Fredoka"/>
              </a:rPr>
              <a:t>BIRHENG TANGING, HIYAS NG JUDEA</a:t>
            </a:r>
          </a:p>
        </p:txBody>
      </p:sp>
      <p:grpSp>
        <p:nvGrpSpPr>
          <p:cNvPr id="3" name="Group 3"/>
          <p:cNvGrpSpPr/>
          <p:nvPr/>
        </p:nvGrpSpPr>
        <p:grpSpPr>
          <a:xfrm>
            <a:off x="8153476" y="219151"/>
            <a:ext cx="1981009" cy="1981009"/>
            <a:chOff x="0" y="0"/>
            <a:chExt cx="2641346" cy="2641346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2641346" cy="2641346"/>
            </a:xfrm>
            <a:custGeom>
              <a:avLst/>
              <a:gdLst/>
              <a:ahLst/>
              <a:cxnLst/>
              <a:rect l="l" t="t" r="r" b="b"/>
              <a:pathLst>
                <a:path w="2641346" h="2641346">
                  <a:moveTo>
                    <a:pt x="0" y="0"/>
                  </a:moveTo>
                  <a:lnTo>
                    <a:pt x="2641346" y="0"/>
                  </a:lnTo>
                  <a:lnTo>
                    <a:pt x="2641346" y="2641346"/>
                  </a:lnTo>
                  <a:lnTo>
                    <a:pt x="0" y="264134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/>
              </a:stretch>
            </a:blipFill>
          </p:spPr>
        </p:sp>
      </p:grp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C13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775592" y="2705100"/>
            <a:ext cx="16736778" cy="583773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5120"/>
              </a:lnSpc>
            </a:pPr>
            <a:r>
              <a:rPr lang="en-US" sz="12000" spc="1107">
                <a:solidFill>
                  <a:srgbClr val="404040"/>
                </a:solidFill>
                <a:latin typeface="Fredoka"/>
                <a:ea typeface="Fredoka"/>
                <a:cs typeface="Fredoka"/>
                <a:sym typeface="Fredoka"/>
              </a:rPr>
              <a:t>AT HESUS ANG PANGALANG BIGAY SA KANYA </a:t>
            </a:r>
          </a:p>
        </p:txBody>
      </p:sp>
      <p:grpSp>
        <p:nvGrpSpPr>
          <p:cNvPr id="3" name="Group 3"/>
          <p:cNvGrpSpPr/>
          <p:nvPr/>
        </p:nvGrpSpPr>
        <p:grpSpPr>
          <a:xfrm>
            <a:off x="8153476" y="219151"/>
            <a:ext cx="1981009" cy="1981009"/>
            <a:chOff x="0" y="0"/>
            <a:chExt cx="2641346" cy="2641346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2641346" cy="2641346"/>
            </a:xfrm>
            <a:custGeom>
              <a:avLst/>
              <a:gdLst/>
              <a:ahLst/>
              <a:cxnLst/>
              <a:rect l="l" t="t" r="r" b="b"/>
              <a:pathLst>
                <a:path w="2641346" h="2641346">
                  <a:moveTo>
                    <a:pt x="0" y="0"/>
                  </a:moveTo>
                  <a:lnTo>
                    <a:pt x="2641346" y="0"/>
                  </a:lnTo>
                  <a:lnTo>
                    <a:pt x="2641346" y="2641346"/>
                  </a:lnTo>
                  <a:lnTo>
                    <a:pt x="0" y="264134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/>
              </a:stretch>
            </a:blipFill>
          </p:spPr>
        </p:sp>
      </p:grp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C13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775592" y="2705100"/>
            <a:ext cx="16736778" cy="390130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5120"/>
              </a:lnSpc>
            </a:pPr>
            <a:r>
              <a:rPr lang="en-US" sz="12000" spc="1116">
                <a:solidFill>
                  <a:srgbClr val="404040"/>
                </a:solidFill>
                <a:latin typeface="Fredoka"/>
                <a:ea typeface="Fredoka"/>
                <a:cs typeface="Fredoka"/>
                <a:sym typeface="Fredoka"/>
              </a:rPr>
              <a:t>AMING D’YOS AY TAGA PAG-ADYA</a:t>
            </a:r>
          </a:p>
        </p:txBody>
      </p:sp>
      <p:grpSp>
        <p:nvGrpSpPr>
          <p:cNvPr id="3" name="Group 3"/>
          <p:cNvGrpSpPr/>
          <p:nvPr/>
        </p:nvGrpSpPr>
        <p:grpSpPr>
          <a:xfrm>
            <a:off x="8153476" y="219151"/>
            <a:ext cx="1981009" cy="1981009"/>
            <a:chOff x="0" y="0"/>
            <a:chExt cx="2641346" cy="2641346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2641346" cy="2641346"/>
            </a:xfrm>
            <a:custGeom>
              <a:avLst/>
              <a:gdLst/>
              <a:ahLst/>
              <a:cxnLst/>
              <a:rect l="l" t="t" r="r" b="b"/>
              <a:pathLst>
                <a:path w="2641346" h="2641346">
                  <a:moveTo>
                    <a:pt x="0" y="0"/>
                  </a:moveTo>
                  <a:lnTo>
                    <a:pt x="2641346" y="0"/>
                  </a:lnTo>
                  <a:lnTo>
                    <a:pt x="2641346" y="2641346"/>
                  </a:lnTo>
                  <a:lnTo>
                    <a:pt x="0" y="264134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/>
              </a:stretch>
            </a:blipFill>
          </p:spPr>
        </p:sp>
      </p:grp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C13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0" y="2390442"/>
            <a:ext cx="18288000" cy="489711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7511"/>
              </a:lnSpc>
            </a:pPr>
            <a:r>
              <a:rPr lang="en-US" sz="12000" spc="1284">
                <a:solidFill>
                  <a:srgbClr val="404040"/>
                </a:solidFill>
                <a:latin typeface="Fredoka"/>
                <a:ea typeface="Fredoka"/>
                <a:cs typeface="Fredoka"/>
                <a:sym typeface="Fredoka"/>
              </a:rPr>
              <a:t>HALINA HESUS, </a:t>
            </a:r>
          </a:p>
          <a:p>
            <a:pPr algn="ctr">
              <a:lnSpc>
                <a:spcPts val="17511"/>
              </a:lnSpc>
            </a:pPr>
            <a:r>
              <a:rPr lang="en-US" sz="12000" spc="1284">
                <a:solidFill>
                  <a:srgbClr val="404040"/>
                </a:solidFill>
                <a:latin typeface="Fredoka"/>
                <a:ea typeface="Fredoka"/>
                <a:cs typeface="Fredoka"/>
                <a:sym typeface="Fredoka"/>
              </a:rPr>
              <a:t>HALINA!</a:t>
            </a:r>
          </a:p>
        </p:txBody>
      </p:sp>
      <p:grpSp>
        <p:nvGrpSpPr>
          <p:cNvPr id="3" name="Group 3"/>
          <p:cNvGrpSpPr/>
          <p:nvPr/>
        </p:nvGrpSpPr>
        <p:grpSpPr>
          <a:xfrm>
            <a:off x="8153476" y="219151"/>
            <a:ext cx="1981009" cy="1981009"/>
            <a:chOff x="0" y="0"/>
            <a:chExt cx="2641346" cy="2641346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2641346" cy="2641346"/>
            </a:xfrm>
            <a:custGeom>
              <a:avLst/>
              <a:gdLst/>
              <a:ahLst/>
              <a:cxnLst/>
              <a:rect l="l" t="t" r="r" b="b"/>
              <a:pathLst>
                <a:path w="2641346" h="2641346">
                  <a:moveTo>
                    <a:pt x="0" y="0"/>
                  </a:moveTo>
                  <a:lnTo>
                    <a:pt x="2641346" y="0"/>
                  </a:lnTo>
                  <a:lnTo>
                    <a:pt x="2641346" y="2641346"/>
                  </a:lnTo>
                  <a:lnTo>
                    <a:pt x="0" y="264134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/>
              </a:stretch>
            </a:blipFill>
          </p:spPr>
        </p:sp>
      </p:grp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C13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0" y="2390442"/>
            <a:ext cx="18288000" cy="489711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7511"/>
              </a:lnSpc>
            </a:pPr>
            <a:r>
              <a:rPr lang="en-US" sz="12000" spc="1284">
                <a:solidFill>
                  <a:srgbClr val="404040"/>
                </a:solidFill>
                <a:latin typeface="Fredoka"/>
                <a:ea typeface="Fredoka"/>
                <a:cs typeface="Fredoka"/>
                <a:sym typeface="Fredoka"/>
              </a:rPr>
              <a:t>HALINA HESUS, </a:t>
            </a:r>
          </a:p>
          <a:p>
            <a:pPr algn="ctr">
              <a:lnSpc>
                <a:spcPts val="17511"/>
              </a:lnSpc>
            </a:pPr>
            <a:r>
              <a:rPr lang="en-US" sz="12000" spc="1284">
                <a:solidFill>
                  <a:srgbClr val="404040"/>
                </a:solidFill>
                <a:latin typeface="Fredoka"/>
                <a:ea typeface="Fredoka"/>
                <a:cs typeface="Fredoka"/>
                <a:sym typeface="Fredoka"/>
              </a:rPr>
              <a:t>HALINA!</a:t>
            </a:r>
          </a:p>
        </p:txBody>
      </p:sp>
      <p:grpSp>
        <p:nvGrpSpPr>
          <p:cNvPr id="3" name="Group 3"/>
          <p:cNvGrpSpPr/>
          <p:nvPr/>
        </p:nvGrpSpPr>
        <p:grpSpPr>
          <a:xfrm>
            <a:off x="8153476" y="219151"/>
            <a:ext cx="1981009" cy="1981009"/>
            <a:chOff x="0" y="0"/>
            <a:chExt cx="2641346" cy="2641346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2641346" cy="2641346"/>
            </a:xfrm>
            <a:custGeom>
              <a:avLst/>
              <a:gdLst/>
              <a:ahLst/>
              <a:cxnLst/>
              <a:rect l="l" t="t" r="r" b="b"/>
              <a:pathLst>
                <a:path w="2641346" h="2641346">
                  <a:moveTo>
                    <a:pt x="0" y="0"/>
                  </a:moveTo>
                  <a:lnTo>
                    <a:pt x="2641346" y="0"/>
                  </a:lnTo>
                  <a:lnTo>
                    <a:pt x="2641346" y="2641346"/>
                  </a:lnTo>
                  <a:lnTo>
                    <a:pt x="0" y="264134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/>
              </a:stretch>
            </a:blipFill>
          </p:spPr>
        </p:sp>
      </p:grp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C13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0" y="2390442"/>
            <a:ext cx="18288000" cy="489711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7511"/>
              </a:lnSpc>
            </a:pPr>
            <a:r>
              <a:rPr lang="en-US" sz="12000" spc="1284">
                <a:solidFill>
                  <a:srgbClr val="404040"/>
                </a:solidFill>
                <a:latin typeface="Fredoka"/>
                <a:ea typeface="Fredoka"/>
                <a:cs typeface="Fredoka"/>
                <a:sym typeface="Fredoka"/>
              </a:rPr>
              <a:t>HALINA HESUS, </a:t>
            </a:r>
          </a:p>
          <a:p>
            <a:pPr algn="ctr">
              <a:lnSpc>
                <a:spcPts val="17511"/>
              </a:lnSpc>
            </a:pPr>
            <a:r>
              <a:rPr lang="en-US" sz="12000" spc="1284">
                <a:solidFill>
                  <a:srgbClr val="404040"/>
                </a:solidFill>
                <a:latin typeface="Fredoka"/>
                <a:ea typeface="Fredoka"/>
                <a:cs typeface="Fredoka"/>
                <a:sym typeface="Fredoka"/>
              </a:rPr>
              <a:t>HALINA!</a:t>
            </a:r>
          </a:p>
        </p:txBody>
      </p:sp>
      <p:grpSp>
        <p:nvGrpSpPr>
          <p:cNvPr id="3" name="Group 3"/>
          <p:cNvGrpSpPr/>
          <p:nvPr/>
        </p:nvGrpSpPr>
        <p:grpSpPr>
          <a:xfrm>
            <a:off x="8153476" y="219151"/>
            <a:ext cx="1981009" cy="1981009"/>
            <a:chOff x="0" y="0"/>
            <a:chExt cx="2641346" cy="2641346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2641346" cy="2641346"/>
            </a:xfrm>
            <a:custGeom>
              <a:avLst/>
              <a:gdLst/>
              <a:ahLst/>
              <a:cxnLst/>
              <a:rect l="l" t="t" r="r" b="b"/>
              <a:pathLst>
                <a:path w="2641346" h="2641346">
                  <a:moveTo>
                    <a:pt x="0" y="0"/>
                  </a:moveTo>
                  <a:lnTo>
                    <a:pt x="2641346" y="0"/>
                  </a:lnTo>
                  <a:lnTo>
                    <a:pt x="2641346" y="2641346"/>
                  </a:lnTo>
                  <a:lnTo>
                    <a:pt x="0" y="264134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/>
              </a:stretch>
            </a:blipFill>
          </p:spPr>
        </p:sp>
      </p:grp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C13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0" y="2390442"/>
            <a:ext cx="18288000" cy="489711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7511"/>
              </a:lnSpc>
            </a:pPr>
            <a:r>
              <a:rPr lang="en-US" sz="12000" spc="1284">
                <a:solidFill>
                  <a:srgbClr val="404040"/>
                </a:solidFill>
                <a:latin typeface="Fredoka"/>
                <a:ea typeface="Fredoka"/>
                <a:cs typeface="Fredoka"/>
                <a:sym typeface="Fredoka"/>
              </a:rPr>
              <a:t>HALINA HESUS, </a:t>
            </a:r>
          </a:p>
          <a:p>
            <a:pPr algn="ctr">
              <a:lnSpc>
                <a:spcPts val="17511"/>
              </a:lnSpc>
            </a:pPr>
            <a:r>
              <a:rPr lang="en-US" sz="12000" spc="1284">
                <a:solidFill>
                  <a:srgbClr val="404040"/>
                </a:solidFill>
                <a:latin typeface="Fredoka"/>
                <a:ea typeface="Fredoka"/>
                <a:cs typeface="Fredoka"/>
                <a:sym typeface="Fredoka"/>
              </a:rPr>
              <a:t>HALINA!</a:t>
            </a:r>
          </a:p>
        </p:txBody>
      </p:sp>
      <p:grpSp>
        <p:nvGrpSpPr>
          <p:cNvPr id="3" name="Group 3"/>
          <p:cNvGrpSpPr/>
          <p:nvPr/>
        </p:nvGrpSpPr>
        <p:grpSpPr>
          <a:xfrm>
            <a:off x="8153476" y="219151"/>
            <a:ext cx="1981009" cy="1981009"/>
            <a:chOff x="0" y="0"/>
            <a:chExt cx="2641346" cy="2641346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2641346" cy="2641346"/>
            </a:xfrm>
            <a:custGeom>
              <a:avLst/>
              <a:gdLst/>
              <a:ahLst/>
              <a:cxnLst/>
              <a:rect l="l" t="t" r="r" b="b"/>
              <a:pathLst>
                <a:path w="2641346" h="2641346">
                  <a:moveTo>
                    <a:pt x="0" y="0"/>
                  </a:moveTo>
                  <a:lnTo>
                    <a:pt x="2641346" y="0"/>
                  </a:lnTo>
                  <a:lnTo>
                    <a:pt x="2641346" y="2641346"/>
                  </a:lnTo>
                  <a:lnTo>
                    <a:pt x="0" y="264134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/>
              </a:stretch>
            </a:blipFill>
          </p:spPr>
        </p:sp>
      </p:grp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C13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13008597" y="319192"/>
            <a:ext cx="1749809" cy="1559185"/>
            <a:chOff x="0" y="0"/>
            <a:chExt cx="2333079" cy="2078914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2333117" cy="2078863"/>
            </a:xfrm>
            <a:custGeom>
              <a:avLst/>
              <a:gdLst/>
              <a:ahLst/>
              <a:cxnLst/>
              <a:rect l="l" t="t" r="r" b="b"/>
              <a:pathLst>
                <a:path w="2333117" h="2078863">
                  <a:moveTo>
                    <a:pt x="0" y="0"/>
                  </a:moveTo>
                  <a:lnTo>
                    <a:pt x="2333117" y="0"/>
                  </a:lnTo>
                  <a:lnTo>
                    <a:pt x="2333117" y="2078863"/>
                  </a:lnTo>
                  <a:lnTo>
                    <a:pt x="0" y="207886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t="-6112" r="1" b="-6115"/>
              </a:stretch>
            </a:blipFill>
          </p:spPr>
        </p:sp>
      </p:grpSp>
      <p:grpSp>
        <p:nvGrpSpPr>
          <p:cNvPr id="4" name="Group 4"/>
          <p:cNvGrpSpPr/>
          <p:nvPr/>
        </p:nvGrpSpPr>
        <p:grpSpPr>
          <a:xfrm>
            <a:off x="16535400" y="8039100"/>
            <a:ext cx="2239232" cy="57150"/>
            <a:chOff x="0" y="0"/>
            <a:chExt cx="2985643" cy="76200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2985643" cy="76200"/>
            </a:xfrm>
            <a:custGeom>
              <a:avLst/>
              <a:gdLst/>
              <a:ahLst/>
              <a:cxnLst/>
              <a:rect l="l" t="t" r="r" b="b"/>
              <a:pathLst>
                <a:path w="2985643" h="76200">
                  <a:moveTo>
                    <a:pt x="0" y="25400"/>
                  </a:moveTo>
                  <a:lnTo>
                    <a:pt x="2985262" y="0"/>
                  </a:lnTo>
                  <a:lnTo>
                    <a:pt x="2985643" y="50800"/>
                  </a:lnTo>
                  <a:lnTo>
                    <a:pt x="508" y="76200"/>
                  </a:lnTo>
                  <a:close/>
                </a:path>
              </a:pathLst>
            </a:custGeom>
            <a:solidFill>
              <a:srgbClr val="FFFFFF"/>
            </a:solidFill>
            <a:ln w="12700">
              <a:solidFill>
                <a:srgbClr val="000000"/>
              </a:solidFill>
            </a:ln>
          </p:spPr>
        </p:sp>
      </p:grpSp>
      <p:grpSp>
        <p:nvGrpSpPr>
          <p:cNvPr id="6" name="Group 6"/>
          <p:cNvGrpSpPr/>
          <p:nvPr/>
        </p:nvGrpSpPr>
        <p:grpSpPr>
          <a:xfrm>
            <a:off x="8962168" y="8069990"/>
            <a:ext cx="2239232" cy="57150"/>
            <a:chOff x="0" y="0"/>
            <a:chExt cx="2985643" cy="76200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2985643" cy="76200"/>
            </a:xfrm>
            <a:custGeom>
              <a:avLst/>
              <a:gdLst/>
              <a:ahLst/>
              <a:cxnLst/>
              <a:rect l="l" t="t" r="r" b="b"/>
              <a:pathLst>
                <a:path w="2985643" h="76200">
                  <a:moveTo>
                    <a:pt x="0" y="25400"/>
                  </a:moveTo>
                  <a:lnTo>
                    <a:pt x="2985262" y="0"/>
                  </a:lnTo>
                  <a:lnTo>
                    <a:pt x="2985643" y="50800"/>
                  </a:lnTo>
                  <a:lnTo>
                    <a:pt x="508" y="76200"/>
                  </a:lnTo>
                  <a:close/>
                </a:path>
              </a:pathLst>
            </a:custGeom>
            <a:solidFill>
              <a:srgbClr val="FFFFFF"/>
            </a:solidFill>
            <a:ln w="12700">
              <a:solidFill>
                <a:srgbClr val="000000"/>
              </a:solidFill>
            </a:ln>
          </p:spPr>
        </p:sp>
      </p:grpSp>
      <p:grpSp>
        <p:nvGrpSpPr>
          <p:cNvPr id="8" name="Group 8"/>
          <p:cNvGrpSpPr/>
          <p:nvPr/>
        </p:nvGrpSpPr>
        <p:grpSpPr>
          <a:xfrm>
            <a:off x="10596582" y="8978570"/>
            <a:ext cx="6856286" cy="814578"/>
            <a:chOff x="0" y="0"/>
            <a:chExt cx="9141714" cy="1086104"/>
          </a:xfrm>
        </p:grpSpPr>
        <p:sp>
          <p:nvSpPr>
            <p:cNvPr id="9" name="Freeform 9"/>
            <p:cNvSpPr/>
            <p:nvPr/>
          </p:nvSpPr>
          <p:spPr>
            <a:xfrm>
              <a:off x="8509" y="8509"/>
              <a:ext cx="9129014" cy="1073404"/>
            </a:xfrm>
            <a:custGeom>
              <a:avLst/>
              <a:gdLst/>
              <a:ahLst/>
              <a:cxnLst/>
              <a:rect l="l" t="t" r="r" b="b"/>
              <a:pathLst>
                <a:path w="9129014" h="1073404">
                  <a:moveTo>
                    <a:pt x="0" y="0"/>
                  </a:moveTo>
                  <a:lnTo>
                    <a:pt x="9129014" y="0"/>
                  </a:lnTo>
                  <a:lnTo>
                    <a:pt x="9129014" y="1073404"/>
                  </a:lnTo>
                  <a:lnTo>
                    <a:pt x="0" y="1073404"/>
                  </a:lnTo>
                  <a:close/>
                </a:path>
              </a:pathLst>
            </a:custGeom>
            <a:solidFill>
              <a:srgbClr val="352C2F"/>
            </a:solidFill>
            <a:ln w="12700">
              <a:solidFill>
                <a:srgbClr val="000000"/>
              </a:solidFill>
            </a:ln>
          </p:spPr>
        </p:sp>
        <p:sp>
          <p:nvSpPr>
            <p:cNvPr id="10" name="Freeform 10"/>
            <p:cNvSpPr/>
            <p:nvPr/>
          </p:nvSpPr>
          <p:spPr>
            <a:xfrm>
              <a:off x="0" y="0"/>
              <a:ext cx="9146032" cy="1090422"/>
            </a:xfrm>
            <a:custGeom>
              <a:avLst/>
              <a:gdLst/>
              <a:ahLst/>
              <a:cxnLst/>
              <a:rect l="l" t="t" r="r" b="b"/>
              <a:pathLst>
                <a:path w="9146032" h="1090422">
                  <a:moveTo>
                    <a:pt x="8509" y="0"/>
                  </a:moveTo>
                  <a:lnTo>
                    <a:pt x="9137523" y="0"/>
                  </a:lnTo>
                  <a:cubicBezTo>
                    <a:pt x="9142222" y="0"/>
                    <a:pt x="9146032" y="3810"/>
                    <a:pt x="9146032" y="8509"/>
                  </a:cubicBezTo>
                  <a:lnTo>
                    <a:pt x="9146032" y="1081913"/>
                  </a:lnTo>
                  <a:cubicBezTo>
                    <a:pt x="9146032" y="1086612"/>
                    <a:pt x="9142222" y="1090422"/>
                    <a:pt x="9137523" y="1090422"/>
                  </a:cubicBezTo>
                  <a:lnTo>
                    <a:pt x="8509" y="1090422"/>
                  </a:lnTo>
                  <a:cubicBezTo>
                    <a:pt x="3810" y="1090422"/>
                    <a:pt x="0" y="1086612"/>
                    <a:pt x="0" y="1081913"/>
                  </a:cubicBezTo>
                  <a:lnTo>
                    <a:pt x="0" y="8509"/>
                  </a:lnTo>
                  <a:cubicBezTo>
                    <a:pt x="0" y="3810"/>
                    <a:pt x="3810" y="0"/>
                    <a:pt x="8509" y="0"/>
                  </a:cubicBezTo>
                  <a:moveTo>
                    <a:pt x="8509" y="16891"/>
                  </a:moveTo>
                  <a:lnTo>
                    <a:pt x="8509" y="8509"/>
                  </a:lnTo>
                  <a:lnTo>
                    <a:pt x="17018" y="8509"/>
                  </a:lnTo>
                  <a:lnTo>
                    <a:pt x="17018" y="1081913"/>
                  </a:lnTo>
                  <a:lnTo>
                    <a:pt x="8509" y="1081913"/>
                  </a:lnTo>
                  <a:lnTo>
                    <a:pt x="8509" y="1073404"/>
                  </a:lnTo>
                  <a:lnTo>
                    <a:pt x="9137523" y="1073404"/>
                  </a:lnTo>
                  <a:lnTo>
                    <a:pt x="9137523" y="1081913"/>
                  </a:lnTo>
                  <a:lnTo>
                    <a:pt x="9129014" y="1081913"/>
                  </a:lnTo>
                  <a:lnTo>
                    <a:pt x="9129014" y="8509"/>
                  </a:lnTo>
                  <a:lnTo>
                    <a:pt x="9137523" y="8509"/>
                  </a:lnTo>
                  <a:lnTo>
                    <a:pt x="9137523" y="17018"/>
                  </a:lnTo>
                  <a:lnTo>
                    <a:pt x="8509" y="17018"/>
                  </a:lnTo>
                  <a:close/>
                </a:path>
              </a:pathLst>
            </a:custGeom>
            <a:solidFill>
              <a:srgbClr val="000000"/>
            </a:solidFill>
            <a:ln w="12700">
              <a:solidFill>
                <a:srgbClr val="000000"/>
              </a:solidFill>
            </a:ln>
          </p:spPr>
        </p:sp>
      </p:grpSp>
      <p:sp>
        <p:nvSpPr>
          <p:cNvPr id="11" name="Freeform 11"/>
          <p:cNvSpPr/>
          <p:nvPr/>
        </p:nvSpPr>
        <p:spPr>
          <a:xfrm>
            <a:off x="0" y="0"/>
            <a:ext cx="8962168" cy="10976993"/>
          </a:xfrm>
          <a:custGeom>
            <a:avLst/>
            <a:gdLst/>
            <a:ahLst/>
            <a:cxnLst/>
            <a:rect l="l" t="t" r="r" b="b"/>
            <a:pathLst>
              <a:path w="8962168" h="10976993">
                <a:moveTo>
                  <a:pt x="0" y="0"/>
                </a:moveTo>
                <a:lnTo>
                  <a:pt x="8962168" y="0"/>
                </a:lnTo>
                <a:lnTo>
                  <a:pt x="8962168" y="10976993"/>
                </a:lnTo>
                <a:lnTo>
                  <a:pt x="0" y="10976993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t="-2086" b="-2086"/>
            </a:stretch>
          </a:blipFill>
        </p:spPr>
      </p:sp>
      <p:sp>
        <p:nvSpPr>
          <p:cNvPr id="12" name="TextBox 12"/>
          <p:cNvSpPr txBox="1"/>
          <p:nvPr/>
        </p:nvSpPr>
        <p:spPr>
          <a:xfrm>
            <a:off x="11351479" y="7701978"/>
            <a:ext cx="5064071" cy="67424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5401"/>
              </a:lnSpc>
            </a:pPr>
            <a:r>
              <a:rPr lang="en-US" sz="3800" spc="428" dirty="0">
                <a:solidFill>
                  <a:srgbClr val="404040"/>
                </a:solidFill>
                <a:latin typeface="Yeseva One"/>
                <a:ea typeface="Yeseva One"/>
                <a:cs typeface="Yeseva One"/>
                <a:sym typeface="Yeseva One"/>
              </a:rPr>
              <a:t>Mateo 2, 2-12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10669391" y="9074258"/>
            <a:ext cx="6713906" cy="62644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5151"/>
              </a:lnSpc>
            </a:pPr>
            <a:r>
              <a:rPr lang="en-US" sz="3528" spc="409" dirty="0">
                <a:solidFill>
                  <a:srgbClr val="FFFFFF"/>
                </a:solidFill>
                <a:latin typeface="Yeseva One"/>
                <a:ea typeface="Yeseva One"/>
                <a:cs typeface="Yeseva One"/>
                <a:sym typeface="Yeseva One"/>
              </a:rPr>
              <a:t>January 04, 2026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9472574" y="1678432"/>
            <a:ext cx="8487242" cy="224586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9196"/>
              </a:lnSpc>
            </a:pPr>
            <a:r>
              <a:rPr lang="en-US" sz="5400" spc="717" dirty="0" err="1">
                <a:solidFill>
                  <a:srgbClr val="404040"/>
                </a:solidFill>
                <a:latin typeface="Yeseva One"/>
                <a:ea typeface="Yeseva One"/>
                <a:cs typeface="Yeseva One"/>
                <a:sym typeface="Yeseva One"/>
              </a:rPr>
              <a:t>Dakilang</a:t>
            </a:r>
            <a:r>
              <a:rPr lang="en-US" sz="5400" spc="717" dirty="0">
                <a:solidFill>
                  <a:srgbClr val="404040"/>
                </a:solidFill>
                <a:latin typeface="Yeseva One"/>
                <a:ea typeface="Yeseva One"/>
                <a:cs typeface="Yeseva One"/>
                <a:sym typeface="Yeseva One"/>
              </a:rPr>
              <a:t> </a:t>
            </a:r>
            <a:r>
              <a:rPr lang="en-US" sz="5400" spc="717" dirty="0" err="1">
                <a:solidFill>
                  <a:srgbClr val="404040"/>
                </a:solidFill>
                <a:latin typeface="Yeseva One"/>
                <a:ea typeface="Yeseva One"/>
                <a:cs typeface="Yeseva One"/>
                <a:sym typeface="Yeseva One"/>
              </a:rPr>
              <a:t>Kapistahan</a:t>
            </a:r>
            <a:r>
              <a:rPr lang="en-US" sz="5400" spc="717" dirty="0">
                <a:solidFill>
                  <a:srgbClr val="404040"/>
                </a:solidFill>
                <a:latin typeface="Yeseva One"/>
                <a:ea typeface="Yeseva One"/>
                <a:cs typeface="Yeseva One"/>
                <a:sym typeface="Yeseva One"/>
              </a:rPr>
              <a:t> ng 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9158748" y="4020781"/>
            <a:ext cx="8920763" cy="356111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9519"/>
              </a:lnSpc>
            </a:pPr>
            <a:r>
              <a:rPr lang="en-US" sz="6800" spc="808" dirty="0">
                <a:solidFill>
                  <a:srgbClr val="404040"/>
                </a:solidFill>
                <a:latin typeface="Bevan"/>
                <a:ea typeface="Bevan"/>
                <a:cs typeface="Bevan"/>
                <a:sym typeface="Bevan"/>
              </a:rPr>
              <a:t>PAGPAPAKITA NG PANGINOON</a:t>
            </a:r>
          </a:p>
        </p:txBody>
      </p:sp>
    </p:spTree>
    <p:extLst>
      <p:ext uri="{BB962C8B-B14F-4D97-AF65-F5344CB8AC3E}">
        <p14:creationId xmlns:p14="http://schemas.microsoft.com/office/powerpoint/2010/main" val="1140207045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C13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1028700" y="3513344"/>
            <a:ext cx="16016411" cy="259242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8090"/>
              </a:lnSpc>
            </a:pPr>
            <a:r>
              <a:rPr lang="en-US" sz="14024" spc="2061">
                <a:solidFill>
                  <a:srgbClr val="404040"/>
                </a:solidFill>
                <a:latin typeface="Fredoka"/>
                <a:ea typeface="Fredoka"/>
                <a:cs typeface="Fredoka"/>
                <a:sym typeface="Fredoka"/>
              </a:rPr>
              <a:t>AMEN</a:t>
            </a:r>
          </a:p>
        </p:txBody>
      </p:sp>
      <p:grpSp>
        <p:nvGrpSpPr>
          <p:cNvPr id="3" name="Group 3"/>
          <p:cNvGrpSpPr/>
          <p:nvPr/>
        </p:nvGrpSpPr>
        <p:grpSpPr>
          <a:xfrm>
            <a:off x="8153476" y="219151"/>
            <a:ext cx="1981009" cy="1981009"/>
            <a:chOff x="0" y="0"/>
            <a:chExt cx="2641346" cy="2641346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2641346" cy="2641346"/>
            </a:xfrm>
            <a:custGeom>
              <a:avLst/>
              <a:gdLst/>
              <a:ahLst/>
              <a:cxnLst/>
              <a:rect l="l" t="t" r="r" b="b"/>
              <a:pathLst>
                <a:path w="2641346" h="2641346">
                  <a:moveTo>
                    <a:pt x="0" y="0"/>
                  </a:moveTo>
                  <a:lnTo>
                    <a:pt x="2641346" y="0"/>
                  </a:lnTo>
                  <a:lnTo>
                    <a:pt x="2641346" y="2641346"/>
                  </a:lnTo>
                  <a:lnTo>
                    <a:pt x="0" y="264134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/>
              </a:stretch>
            </a:blipFill>
          </p:spPr>
        </p:sp>
      </p:grp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C13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13008597" y="319192"/>
            <a:ext cx="1749809" cy="1559185"/>
            <a:chOff x="0" y="0"/>
            <a:chExt cx="2333079" cy="2078914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2333117" cy="2078863"/>
            </a:xfrm>
            <a:custGeom>
              <a:avLst/>
              <a:gdLst/>
              <a:ahLst/>
              <a:cxnLst/>
              <a:rect l="l" t="t" r="r" b="b"/>
              <a:pathLst>
                <a:path w="2333117" h="2078863">
                  <a:moveTo>
                    <a:pt x="0" y="0"/>
                  </a:moveTo>
                  <a:lnTo>
                    <a:pt x="2333117" y="0"/>
                  </a:lnTo>
                  <a:lnTo>
                    <a:pt x="2333117" y="2078863"/>
                  </a:lnTo>
                  <a:lnTo>
                    <a:pt x="0" y="207886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t="-6112" r="1" b="-6115"/>
              </a:stretch>
            </a:blipFill>
          </p:spPr>
        </p:sp>
      </p:grpSp>
      <p:grpSp>
        <p:nvGrpSpPr>
          <p:cNvPr id="4" name="Group 4"/>
          <p:cNvGrpSpPr/>
          <p:nvPr/>
        </p:nvGrpSpPr>
        <p:grpSpPr>
          <a:xfrm>
            <a:off x="16535400" y="8039100"/>
            <a:ext cx="2239232" cy="57150"/>
            <a:chOff x="0" y="0"/>
            <a:chExt cx="2985643" cy="76200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2985643" cy="76200"/>
            </a:xfrm>
            <a:custGeom>
              <a:avLst/>
              <a:gdLst/>
              <a:ahLst/>
              <a:cxnLst/>
              <a:rect l="l" t="t" r="r" b="b"/>
              <a:pathLst>
                <a:path w="2985643" h="76200">
                  <a:moveTo>
                    <a:pt x="0" y="25400"/>
                  </a:moveTo>
                  <a:lnTo>
                    <a:pt x="2985262" y="0"/>
                  </a:lnTo>
                  <a:lnTo>
                    <a:pt x="2985643" y="50800"/>
                  </a:lnTo>
                  <a:lnTo>
                    <a:pt x="508" y="76200"/>
                  </a:lnTo>
                  <a:close/>
                </a:path>
              </a:pathLst>
            </a:custGeom>
            <a:solidFill>
              <a:srgbClr val="FFFFFF"/>
            </a:solidFill>
            <a:ln w="12700">
              <a:solidFill>
                <a:srgbClr val="000000"/>
              </a:solidFill>
            </a:ln>
          </p:spPr>
        </p:sp>
      </p:grpSp>
      <p:grpSp>
        <p:nvGrpSpPr>
          <p:cNvPr id="6" name="Group 6"/>
          <p:cNvGrpSpPr/>
          <p:nvPr/>
        </p:nvGrpSpPr>
        <p:grpSpPr>
          <a:xfrm>
            <a:off x="8962168" y="8069990"/>
            <a:ext cx="2239232" cy="57150"/>
            <a:chOff x="0" y="0"/>
            <a:chExt cx="2985643" cy="76200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2985643" cy="76200"/>
            </a:xfrm>
            <a:custGeom>
              <a:avLst/>
              <a:gdLst/>
              <a:ahLst/>
              <a:cxnLst/>
              <a:rect l="l" t="t" r="r" b="b"/>
              <a:pathLst>
                <a:path w="2985643" h="76200">
                  <a:moveTo>
                    <a:pt x="0" y="25400"/>
                  </a:moveTo>
                  <a:lnTo>
                    <a:pt x="2985262" y="0"/>
                  </a:lnTo>
                  <a:lnTo>
                    <a:pt x="2985643" y="50800"/>
                  </a:lnTo>
                  <a:lnTo>
                    <a:pt x="508" y="76200"/>
                  </a:lnTo>
                  <a:close/>
                </a:path>
              </a:pathLst>
            </a:custGeom>
            <a:solidFill>
              <a:srgbClr val="FFFFFF"/>
            </a:solidFill>
            <a:ln w="12700">
              <a:solidFill>
                <a:srgbClr val="000000"/>
              </a:solidFill>
            </a:ln>
          </p:spPr>
        </p:sp>
      </p:grpSp>
      <p:grpSp>
        <p:nvGrpSpPr>
          <p:cNvPr id="8" name="Group 8"/>
          <p:cNvGrpSpPr/>
          <p:nvPr/>
        </p:nvGrpSpPr>
        <p:grpSpPr>
          <a:xfrm>
            <a:off x="10596582" y="8978570"/>
            <a:ext cx="6856286" cy="814578"/>
            <a:chOff x="0" y="0"/>
            <a:chExt cx="9141714" cy="1086104"/>
          </a:xfrm>
        </p:grpSpPr>
        <p:sp>
          <p:nvSpPr>
            <p:cNvPr id="9" name="Freeform 9"/>
            <p:cNvSpPr/>
            <p:nvPr/>
          </p:nvSpPr>
          <p:spPr>
            <a:xfrm>
              <a:off x="8509" y="8509"/>
              <a:ext cx="9129014" cy="1073404"/>
            </a:xfrm>
            <a:custGeom>
              <a:avLst/>
              <a:gdLst/>
              <a:ahLst/>
              <a:cxnLst/>
              <a:rect l="l" t="t" r="r" b="b"/>
              <a:pathLst>
                <a:path w="9129014" h="1073404">
                  <a:moveTo>
                    <a:pt x="0" y="0"/>
                  </a:moveTo>
                  <a:lnTo>
                    <a:pt x="9129014" y="0"/>
                  </a:lnTo>
                  <a:lnTo>
                    <a:pt x="9129014" y="1073404"/>
                  </a:lnTo>
                  <a:lnTo>
                    <a:pt x="0" y="1073404"/>
                  </a:lnTo>
                  <a:close/>
                </a:path>
              </a:pathLst>
            </a:custGeom>
            <a:solidFill>
              <a:srgbClr val="352C2F"/>
            </a:solidFill>
            <a:ln w="12700">
              <a:solidFill>
                <a:srgbClr val="000000"/>
              </a:solidFill>
            </a:ln>
          </p:spPr>
        </p:sp>
        <p:sp>
          <p:nvSpPr>
            <p:cNvPr id="10" name="Freeform 10"/>
            <p:cNvSpPr/>
            <p:nvPr/>
          </p:nvSpPr>
          <p:spPr>
            <a:xfrm>
              <a:off x="0" y="0"/>
              <a:ext cx="9146032" cy="1090422"/>
            </a:xfrm>
            <a:custGeom>
              <a:avLst/>
              <a:gdLst/>
              <a:ahLst/>
              <a:cxnLst/>
              <a:rect l="l" t="t" r="r" b="b"/>
              <a:pathLst>
                <a:path w="9146032" h="1090422">
                  <a:moveTo>
                    <a:pt x="8509" y="0"/>
                  </a:moveTo>
                  <a:lnTo>
                    <a:pt x="9137523" y="0"/>
                  </a:lnTo>
                  <a:cubicBezTo>
                    <a:pt x="9142222" y="0"/>
                    <a:pt x="9146032" y="3810"/>
                    <a:pt x="9146032" y="8509"/>
                  </a:cubicBezTo>
                  <a:lnTo>
                    <a:pt x="9146032" y="1081913"/>
                  </a:lnTo>
                  <a:cubicBezTo>
                    <a:pt x="9146032" y="1086612"/>
                    <a:pt x="9142222" y="1090422"/>
                    <a:pt x="9137523" y="1090422"/>
                  </a:cubicBezTo>
                  <a:lnTo>
                    <a:pt x="8509" y="1090422"/>
                  </a:lnTo>
                  <a:cubicBezTo>
                    <a:pt x="3810" y="1090422"/>
                    <a:pt x="0" y="1086612"/>
                    <a:pt x="0" y="1081913"/>
                  </a:cubicBezTo>
                  <a:lnTo>
                    <a:pt x="0" y="8509"/>
                  </a:lnTo>
                  <a:cubicBezTo>
                    <a:pt x="0" y="3810"/>
                    <a:pt x="3810" y="0"/>
                    <a:pt x="8509" y="0"/>
                  </a:cubicBezTo>
                  <a:moveTo>
                    <a:pt x="8509" y="16891"/>
                  </a:moveTo>
                  <a:lnTo>
                    <a:pt x="8509" y="8509"/>
                  </a:lnTo>
                  <a:lnTo>
                    <a:pt x="17018" y="8509"/>
                  </a:lnTo>
                  <a:lnTo>
                    <a:pt x="17018" y="1081913"/>
                  </a:lnTo>
                  <a:lnTo>
                    <a:pt x="8509" y="1081913"/>
                  </a:lnTo>
                  <a:lnTo>
                    <a:pt x="8509" y="1073404"/>
                  </a:lnTo>
                  <a:lnTo>
                    <a:pt x="9137523" y="1073404"/>
                  </a:lnTo>
                  <a:lnTo>
                    <a:pt x="9137523" y="1081913"/>
                  </a:lnTo>
                  <a:lnTo>
                    <a:pt x="9129014" y="1081913"/>
                  </a:lnTo>
                  <a:lnTo>
                    <a:pt x="9129014" y="8509"/>
                  </a:lnTo>
                  <a:lnTo>
                    <a:pt x="9137523" y="8509"/>
                  </a:lnTo>
                  <a:lnTo>
                    <a:pt x="9137523" y="17018"/>
                  </a:lnTo>
                  <a:lnTo>
                    <a:pt x="8509" y="17018"/>
                  </a:lnTo>
                  <a:close/>
                </a:path>
              </a:pathLst>
            </a:custGeom>
            <a:solidFill>
              <a:srgbClr val="000000"/>
            </a:solidFill>
            <a:ln w="12700">
              <a:solidFill>
                <a:srgbClr val="000000"/>
              </a:solidFill>
            </a:ln>
          </p:spPr>
        </p:sp>
      </p:grpSp>
      <p:sp>
        <p:nvSpPr>
          <p:cNvPr id="11" name="Freeform 11"/>
          <p:cNvSpPr/>
          <p:nvPr/>
        </p:nvSpPr>
        <p:spPr>
          <a:xfrm>
            <a:off x="0" y="0"/>
            <a:ext cx="8962168" cy="10976993"/>
          </a:xfrm>
          <a:custGeom>
            <a:avLst/>
            <a:gdLst/>
            <a:ahLst/>
            <a:cxnLst/>
            <a:rect l="l" t="t" r="r" b="b"/>
            <a:pathLst>
              <a:path w="8962168" h="10976993">
                <a:moveTo>
                  <a:pt x="0" y="0"/>
                </a:moveTo>
                <a:lnTo>
                  <a:pt x="8962168" y="0"/>
                </a:lnTo>
                <a:lnTo>
                  <a:pt x="8962168" y="10976993"/>
                </a:lnTo>
                <a:lnTo>
                  <a:pt x="0" y="10976993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t="-2086" b="-2086"/>
            </a:stretch>
          </a:blipFill>
        </p:spPr>
      </p:sp>
      <p:sp>
        <p:nvSpPr>
          <p:cNvPr id="12" name="TextBox 12"/>
          <p:cNvSpPr txBox="1"/>
          <p:nvPr/>
        </p:nvSpPr>
        <p:spPr>
          <a:xfrm>
            <a:off x="11351479" y="7701978"/>
            <a:ext cx="5064071" cy="67424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5401"/>
              </a:lnSpc>
            </a:pPr>
            <a:r>
              <a:rPr lang="en-US" sz="3800" spc="428" dirty="0">
                <a:solidFill>
                  <a:srgbClr val="404040"/>
                </a:solidFill>
                <a:latin typeface="Yeseva One"/>
                <a:ea typeface="Yeseva One"/>
                <a:cs typeface="Yeseva One"/>
                <a:sym typeface="Yeseva One"/>
              </a:rPr>
              <a:t>Mateo 2, 2-12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10669391" y="9074258"/>
            <a:ext cx="6713906" cy="62644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5151"/>
              </a:lnSpc>
            </a:pPr>
            <a:r>
              <a:rPr lang="en-US" sz="3528" spc="409" dirty="0">
                <a:solidFill>
                  <a:srgbClr val="FFFFFF"/>
                </a:solidFill>
                <a:latin typeface="Yeseva One"/>
                <a:ea typeface="Yeseva One"/>
                <a:cs typeface="Yeseva One"/>
                <a:sym typeface="Yeseva One"/>
              </a:rPr>
              <a:t>January 04, 2026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9472574" y="1678432"/>
            <a:ext cx="8487242" cy="224586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9196"/>
              </a:lnSpc>
            </a:pPr>
            <a:r>
              <a:rPr lang="en-US" sz="5400" spc="717" dirty="0" err="1">
                <a:solidFill>
                  <a:srgbClr val="404040"/>
                </a:solidFill>
                <a:latin typeface="Yeseva One"/>
                <a:ea typeface="Yeseva One"/>
                <a:cs typeface="Yeseva One"/>
                <a:sym typeface="Yeseva One"/>
              </a:rPr>
              <a:t>Dakilang</a:t>
            </a:r>
            <a:r>
              <a:rPr lang="en-US" sz="5400" spc="717" dirty="0">
                <a:solidFill>
                  <a:srgbClr val="404040"/>
                </a:solidFill>
                <a:latin typeface="Yeseva One"/>
                <a:ea typeface="Yeseva One"/>
                <a:cs typeface="Yeseva One"/>
                <a:sym typeface="Yeseva One"/>
              </a:rPr>
              <a:t> </a:t>
            </a:r>
            <a:r>
              <a:rPr lang="en-US" sz="5400" spc="717" dirty="0" err="1">
                <a:solidFill>
                  <a:srgbClr val="404040"/>
                </a:solidFill>
                <a:latin typeface="Yeseva One"/>
                <a:ea typeface="Yeseva One"/>
                <a:cs typeface="Yeseva One"/>
                <a:sym typeface="Yeseva One"/>
              </a:rPr>
              <a:t>Kapistahan</a:t>
            </a:r>
            <a:r>
              <a:rPr lang="en-US" sz="5400" spc="717" dirty="0">
                <a:solidFill>
                  <a:srgbClr val="404040"/>
                </a:solidFill>
                <a:latin typeface="Yeseva One"/>
                <a:ea typeface="Yeseva One"/>
                <a:cs typeface="Yeseva One"/>
                <a:sym typeface="Yeseva One"/>
              </a:rPr>
              <a:t> ng 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9158748" y="4020781"/>
            <a:ext cx="8920763" cy="356111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9519"/>
              </a:lnSpc>
            </a:pPr>
            <a:r>
              <a:rPr lang="en-US" sz="6800" spc="808" dirty="0">
                <a:solidFill>
                  <a:srgbClr val="404040"/>
                </a:solidFill>
                <a:latin typeface="Bevan"/>
                <a:ea typeface="Bevan"/>
                <a:cs typeface="Bevan"/>
                <a:sym typeface="Bevan"/>
              </a:rPr>
              <a:t>PAGPAPAKITA NG PANGINOON</a:t>
            </a:r>
          </a:p>
        </p:txBody>
      </p:sp>
    </p:spTree>
    <p:extLst>
      <p:ext uri="{BB962C8B-B14F-4D97-AF65-F5344CB8AC3E}">
        <p14:creationId xmlns:p14="http://schemas.microsoft.com/office/powerpoint/2010/main" val="1584753809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C13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-419119" y="2914650"/>
            <a:ext cx="19126200" cy="551795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3576"/>
              </a:lnSpc>
            </a:pPr>
            <a:r>
              <a:rPr lang="en-US" sz="10524" spc="1546">
                <a:solidFill>
                  <a:srgbClr val="404040"/>
                </a:solidFill>
                <a:latin typeface="Fredoka"/>
                <a:ea typeface="Fredoka"/>
                <a:cs typeface="Fredoka"/>
                <a:sym typeface="Fredoka"/>
              </a:rPr>
              <a:t>INAAMIN KO SA MAKAPANGYARIHANG DIYOS</a:t>
            </a:r>
          </a:p>
        </p:txBody>
      </p:sp>
      <p:grpSp>
        <p:nvGrpSpPr>
          <p:cNvPr id="3" name="Group 3"/>
          <p:cNvGrpSpPr/>
          <p:nvPr/>
        </p:nvGrpSpPr>
        <p:grpSpPr>
          <a:xfrm>
            <a:off x="8153476" y="309982"/>
            <a:ext cx="1981009" cy="1981009"/>
            <a:chOff x="0" y="0"/>
            <a:chExt cx="2641346" cy="2641346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2641346" cy="2641346"/>
            </a:xfrm>
            <a:custGeom>
              <a:avLst/>
              <a:gdLst/>
              <a:ahLst/>
              <a:cxnLst/>
              <a:rect l="l" t="t" r="r" b="b"/>
              <a:pathLst>
                <a:path w="2641346" h="2641346">
                  <a:moveTo>
                    <a:pt x="0" y="0"/>
                  </a:moveTo>
                  <a:lnTo>
                    <a:pt x="2641346" y="0"/>
                  </a:lnTo>
                  <a:lnTo>
                    <a:pt x="2641346" y="2641346"/>
                  </a:lnTo>
                  <a:lnTo>
                    <a:pt x="0" y="264134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/>
              </a:stretch>
            </a:blipFill>
          </p:spPr>
        </p:sp>
      </p:grp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C13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-419119" y="3409950"/>
            <a:ext cx="19126200" cy="377388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3576"/>
              </a:lnSpc>
            </a:pPr>
            <a:r>
              <a:rPr lang="en-US" sz="10524" spc="1546">
                <a:solidFill>
                  <a:srgbClr val="404040"/>
                </a:solidFill>
                <a:latin typeface="Fredoka"/>
                <a:ea typeface="Fredoka"/>
                <a:cs typeface="Fredoka"/>
                <a:sym typeface="Fredoka"/>
              </a:rPr>
              <a:t>AT SA INYO MGA KAPATID,</a:t>
            </a:r>
          </a:p>
        </p:txBody>
      </p:sp>
      <p:grpSp>
        <p:nvGrpSpPr>
          <p:cNvPr id="3" name="Group 3"/>
          <p:cNvGrpSpPr/>
          <p:nvPr/>
        </p:nvGrpSpPr>
        <p:grpSpPr>
          <a:xfrm>
            <a:off x="8153476" y="309982"/>
            <a:ext cx="1981009" cy="1981009"/>
            <a:chOff x="0" y="0"/>
            <a:chExt cx="2641346" cy="2641346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2641346" cy="2641346"/>
            </a:xfrm>
            <a:custGeom>
              <a:avLst/>
              <a:gdLst/>
              <a:ahLst/>
              <a:cxnLst/>
              <a:rect l="l" t="t" r="r" b="b"/>
              <a:pathLst>
                <a:path w="2641346" h="2641346">
                  <a:moveTo>
                    <a:pt x="0" y="0"/>
                  </a:moveTo>
                  <a:lnTo>
                    <a:pt x="2641346" y="0"/>
                  </a:lnTo>
                  <a:lnTo>
                    <a:pt x="2641346" y="2641346"/>
                  </a:lnTo>
                  <a:lnTo>
                    <a:pt x="0" y="264134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/>
              </a:stretch>
            </a:blipFill>
          </p:spPr>
        </p:sp>
      </p:grp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C13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-6925" y="2453478"/>
            <a:ext cx="18707081" cy="726202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3576"/>
              </a:lnSpc>
            </a:pPr>
            <a:r>
              <a:rPr lang="en-US" sz="10524" spc="1546">
                <a:solidFill>
                  <a:srgbClr val="404040"/>
                </a:solidFill>
                <a:latin typeface="Fredoka"/>
                <a:ea typeface="Fredoka"/>
                <a:cs typeface="Fredoka"/>
                <a:sym typeface="Fredoka"/>
              </a:rPr>
              <a:t>NA LUBHA AKONG NAGKASALA SA ISIP, SA SALITA, AT SA GAWA,</a:t>
            </a:r>
          </a:p>
        </p:txBody>
      </p:sp>
      <p:grpSp>
        <p:nvGrpSpPr>
          <p:cNvPr id="3" name="Group 3"/>
          <p:cNvGrpSpPr/>
          <p:nvPr/>
        </p:nvGrpSpPr>
        <p:grpSpPr>
          <a:xfrm>
            <a:off x="8153476" y="309982"/>
            <a:ext cx="1981009" cy="1981009"/>
            <a:chOff x="0" y="0"/>
            <a:chExt cx="2641346" cy="2641346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2641346" cy="2641346"/>
            </a:xfrm>
            <a:custGeom>
              <a:avLst/>
              <a:gdLst/>
              <a:ahLst/>
              <a:cxnLst/>
              <a:rect l="l" t="t" r="r" b="b"/>
              <a:pathLst>
                <a:path w="2641346" h="2641346">
                  <a:moveTo>
                    <a:pt x="0" y="0"/>
                  </a:moveTo>
                  <a:lnTo>
                    <a:pt x="2641346" y="0"/>
                  </a:lnTo>
                  <a:lnTo>
                    <a:pt x="2641346" y="2641346"/>
                  </a:lnTo>
                  <a:lnTo>
                    <a:pt x="0" y="264134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/>
              </a:stretch>
            </a:blipFill>
          </p:spPr>
        </p:sp>
      </p:grp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C13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-13859" y="3352800"/>
            <a:ext cx="18707081" cy="355847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3576"/>
              </a:lnSpc>
            </a:pPr>
            <a:r>
              <a:rPr lang="en-US" sz="10524" spc="1546">
                <a:solidFill>
                  <a:srgbClr val="404040"/>
                </a:solidFill>
                <a:latin typeface="Fredoka"/>
                <a:ea typeface="Fredoka"/>
                <a:cs typeface="Fredoka"/>
                <a:sym typeface="Fredoka"/>
              </a:rPr>
              <a:t>AT SA AKING PAGKUKULANG</a:t>
            </a:r>
          </a:p>
        </p:txBody>
      </p:sp>
      <p:grpSp>
        <p:nvGrpSpPr>
          <p:cNvPr id="3" name="Group 3"/>
          <p:cNvGrpSpPr/>
          <p:nvPr/>
        </p:nvGrpSpPr>
        <p:grpSpPr>
          <a:xfrm>
            <a:off x="8153476" y="309982"/>
            <a:ext cx="1981009" cy="1981009"/>
            <a:chOff x="0" y="0"/>
            <a:chExt cx="2641346" cy="2641346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2641346" cy="2641346"/>
            </a:xfrm>
            <a:custGeom>
              <a:avLst/>
              <a:gdLst/>
              <a:ahLst/>
              <a:cxnLst/>
              <a:rect l="l" t="t" r="r" b="b"/>
              <a:pathLst>
                <a:path w="2641346" h="2641346">
                  <a:moveTo>
                    <a:pt x="0" y="0"/>
                  </a:moveTo>
                  <a:lnTo>
                    <a:pt x="2641346" y="0"/>
                  </a:lnTo>
                  <a:lnTo>
                    <a:pt x="2641346" y="2641346"/>
                  </a:lnTo>
                  <a:lnTo>
                    <a:pt x="0" y="264134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/>
              </a:stretch>
            </a:blipFill>
          </p:spPr>
        </p:sp>
      </p:grp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C13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-209560" y="3028950"/>
            <a:ext cx="18707081" cy="551795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3576"/>
              </a:lnSpc>
            </a:pPr>
            <a:r>
              <a:rPr lang="en-US" sz="10524" spc="1546">
                <a:solidFill>
                  <a:srgbClr val="404040"/>
                </a:solidFill>
                <a:latin typeface="Fredoka"/>
                <a:ea typeface="Fredoka"/>
                <a:cs typeface="Fredoka"/>
                <a:sym typeface="Fredoka"/>
              </a:rPr>
              <a:t>KAYA ISINASAMO SA MAHAL NA BIRHENG MARIA,</a:t>
            </a:r>
          </a:p>
        </p:txBody>
      </p:sp>
      <p:grpSp>
        <p:nvGrpSpPr>
          <p:cNvPr id="3" name="Group 3"/>
          <p:cNvGrpSpPr/>
          <p:nvPr/>
        </p:nvGrpSpPr>
        <p:grpSpPr>
          <a:xfrm>
            <a:off x="8153476" y="309982"/>
            <a:ext cx="1981009" cy="1981009"/>
            <a:chOff x="0" y="0"/>
            <a:chExt cx="2641346" cy="2641346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2641346" cy="2641346"/>
            </a:xfrm>
            <a:custGeom>
              <a:avLst/>
              <a:gdLst/>
              <a:ahLst/>
              <a:cxnLst/>
              <a:rect l="l" t="t" r="r" b="b"/>
              <a:pathLst>
                <a:path w="2641346" h="2641346">
                  <a:moveTo>
                    <a:pt x="0" y="0"/>
                  </a:moveTo>
                  <a:lnTo>
                    <a:pt x="2641346" y="0"/>
                  </a:lnTo>
                  <a:lnTo>
                    <a:pt x="2641346" y="2641346"/>
                  </a:lnTo>
                  <a:lnTo>
                    <a:pt x="0" y="264134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/>
              </a:stretch>
            </a:blipFill>
          </p:spPr>
        </p:sp>
      </p:grp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C13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-209560" y="3028950"/>
            <a:ext cx="18707081" cy="551795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3576"/>
              </a:lnSpc>
            </a:pPr>
            <a:r>
              <a:rPr lang="en-US" sz="10524" spc="1546">
                <a:solidFill>
                  <a:srgbClr val="404040"/>
                </a:solidFill>
                <a:latin typeface="Fredoka"/>
                <a:ea typeface="Fredoka"/>
                <a:cs typeface="Fredoka"/>
                <a:sym typeface="Fredoka"/>
              </a:rPr>
              <a:t>SA LAHAT NG MGA ANGHEL AT MGA BANAL,</a:t>
            </a:r>
          </a:p>
        </p:txBody>
      </p:sp>
      <p:grpSp>
        <p:nvGrpSpPr>
          <p:cNvPr id="3" name="Group 3"/>
          <p:cNvGrpSpPr/>
          <p:nvPr/>
        </p:nvGrpSpPr>
        <p:grpSpPr>
          <a:xfrm>
            <a:off x="8153476" y="309982"/>
            <a:ext cx="1981009" cy="1981009"/>
            <a:chOff x="0" y="0"/>
            <a:chExt cx="2641346" cy="2641346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2641346" cy="2641346"/>
            </a:xfrm>
            <a:custGeom>
              <a:avLst/>
              <a:gdLst/>
              <a:ahLst/>
              <a:cxnLst/>
              <a:rect l="l" t="t" r="r" b="b"/>
              <a:pathLst>
                <a:path w="2641346" h="2641346">
                  <a:moveTo>
                    <a:pt x="0" y="0"/>
                  </a:moveTo>
                  <a:lnTo>
                    <a:pt x="2641346" y="0"/>
                  </a:lnTo>
                  <a:lnTo>
                    <a:pt x="2641346" y="2641346"/>
                  </a:lnTo>
                  <a:lnTo>
                    <a:pt x="0" y="264134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/>
              </a:stretch>
            </a:blipFill>
          </p:spPr>
        </p:sp>
      </p:grp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C13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-209560" y="3562350"/>
            <a:ext cx="18707081" cy="377388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3576"/>
              </a:lnSpc>
            </a:pPr>
            <a:r>
              <a:rPr lang="en-US" sz="10524" spc="1546">
                <a:solidFill>
                  <a:srgbClr val="404040"/>
                </a:solidFill>
                <a:latin typeface="Fredoka"/>
                <a:ea typeface="Fredoka"/>
                <a:cs typeface="Fredoka"/>
                <a:sym typeface="Fredoka"/>
              </a:rPr>
              <a:t>AT SA INYO MGA KAPATID,</a:t>
            </a:r>
          </a:p>
        </p:txBody>
      </p:sp>
      <p:grpSp>
        <p:nvGrpSpPr>
          <p:cNvPr id="3" name="Group 3"/>
          <p:cNvGrpSpPr/>
          <p:nvPr/>
        </p:nvGrpSpPr>
        <p:grpSpPr>
          <a:xfrm>
            <a:off x="8153476" y="309982"/>
            <a:ext cx="1981009" cy="1981009"/>
            <a:chOff x="0" y="0"/>
            <a:chExt cx="2641346" cy="2641346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2641346" cy="2641346"/>
            </a:xfrm>
            <a:custGeom>
              <a:avLst/>
              <a:gdLst/>
              <a:ahLst/>
              <a:cxnLst/>
              <a:rect l="l" t="t" r="r" b="b"/>
              <a:pathLst>
                <a:path w="2641346" h="2641346">
                  <a:moveTo>
                    <a:pt x="0" y="0"/>
                  </a:moveTo>
                  <a:lnTo>
                    <a:pt x="2641346" y="0"/>
                  </a:lnTo>
                  <a:lnTo>
                    <a:pt x="2641346" y="2641346"/>
                  </a:lnTo>
                  <a:lnTo>
                    <a:pt x="0" y="264134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/>
              </a:stretch>
            </a:blipFill>
          </p:spPr>
        </p:sp>
      </p:grp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C13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-209560" y="2438400"/>
            <a:ext cx="18707081" cy="726202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3576"/>
              </a:lnSpc>
            </a:pPr>
            <a:r>
              <a:rPr lang="en-US" sz="10524" spc="1546">
                <a:solidFill>
                  <a:srgbClr val="404040"/>
                </a:solidFill>
                <a:latin typeface="Fredoka"/>
                <a:ea typeface="Fredoka"/>
                <a:cs typeface="Fredoka"/>
                <a:sym typeface="Fredoka"/>
              </a:rPr>
              <a:t>NA AKO’Y IPANALANGIN SA PANGINOONG ATING DIYOS.</a:t>
            </a:r>
          </a:p>
        </p:txBody>
      </p:sp>
      <p:grpSp>
        <p:nvGrpSpPr>
          <p:cNvPr id="3" name="Group 3"/>
          <p:cNvGrpSpPr/>
          <p:nvPr/>
        </p:nvGrpSpPr>
        <p:grpSpPr>
          <a:xfrm>
            <a:off x="8153476" y="309982"/>
            <a:ext cx="1981009" cy="1981009"/>
            <a:chOff x="0" y="0"/>
            <a:chExt cx="2641346" cy="2641346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2641346" cy="2641346"/>
            </a:xfrm>
            <a:custGeom>
              <a:avLst/>
              <a:gdLst/>
              <a:ahLst/>
              <a:cxnLst/>
              <a:rect l="l" t="t" r="r" b="b"/>
              <a:pathLst>
                <a:path w="2641346" h="2641346">
                  <a:moveTo>
                    <a:pt x="0" y="0"/>
                  </a:moveTo>
                  <a:lnTo>
                    <a:pt x="2641346" y="0"/>
                  </a:lnTo>
                  <a:lnTo>
                    <a:pt x="2641346" y="2641346"/>
                  </a:lnTo>
                  <a:lnTo>
                    <a:pt x="0" y="264134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/>
              </a:stretch>
            </a:blipFill>
          </p:spPr>
        </p:sp>
      </p:grp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C13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13008597" y="319192"/>
            <a:ext cx="1749809" cy="1559185"/>
            <a:chOff x="0" y="0"/>
            <a:chExt cx="2333079" cy="2078914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2333117" cy="2078863"/>
            </a:xfrm>
            <a:custGeom>
              <a:avLst/>
              <a:gdLst/>
              <a:ahLst/>
              <a:cxnLst/>
              <a:rect l="l" t="t" r="r" b="b"/>
              <a:pathLst>
                <a:path w="2333117" h="2078863">
                  <a:moveTo>
                    <a:pt x="0" y="0"/>
                  </a:moveTo>
                  <a:lnTo>
                    <a:pt x="2333117" y="0"/>
                  </a:lnTo>
                  <a:lnTo>
                    <a:pt x="2333117" y="2078863"/>
                  </a:lnTo>
                  <a:lnTo>
                    <a:pt x="0" y="207886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t="-6112" r="1" b="-6115"/>
              </a:stretch>
            </a:blipFill>
          </p:spPr>
        </p:sp>
      </p:grpSp>
      <p:grpSp>
        <p:nvGrpSpPr>
          <p:cNvPr id="4" name="Group 4"/>
          <p:cNvGrpSpPr/>
          <p:nvPr/>
        </p:nvGrpSpPr>
        <p:grpSpPr>
          <a:xfrm>
            <a:off x="16535400" y="8039100"/>
            <a:ext cx="2239232" cy="57150"/>
            <a:chOff x="0" y="0"/>
            <a:chExt cx="2985643" cy="76200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2985643" cy="76200"/>
            </a:xfrm>
            <a:custGeom>
              <a:avLst/>
              <a:gdLst/>
              <a:ahLst/>
              <a:cxnLst/>
              <a:rect l="l" t="t" r="r" b="b"/>
              <a:pathLst>
                <a:path w="2985643" h="76200">
                  <a:moveTo>
                    <a:pt x="0" y="25400"/>
                  </a:moveTo>
                  <a:lnTo>
                    <a:pt x="2985262" y="0"/>
                  </a:lnTo>
                  <a:lnTo>
                    <a:pt x="2985643" y="50800"/>
                  </a:lnTo>
                  <a:lnTo>
                    <a:pt x="508" y="76200"/>
                  </a:lnTo>
                  <a:close/>
                </a:path>
              </a:pathLst>
            </a:custGeom>
            <a:solidFill>
              <a:srgbClr val="FFFFFF"/>
            </a:solidFill>
            <a:ln w="12700">
              <a:solidFill>
                <a:srgbClr val="000000"/>
              </a:solidFill>
            </a:ln>
          </p:spPr>
        </p:sp>
      </p:grpSp>
      <p:grpSp>
        <p:nvGrpSpPr>
          <p:cNvPr id="6" name="Group 6"/>
          <p:cNvGrpSpPr/>
          <p:nvPr/>
        </p:nvGrpSpPr>
        <p:grpSpPr>
          <a:xfrm>
            <a:off x="8962168" y="8069990"/>
            <a:ext cx="2239232" cy="57150"/>
            <a:chOff x="0" y="0"/>
            <a:chExt cx="2985643" cy="76200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2985643" cy="76200"/>
            </a:xfrm>
            <a:custGeom>
              <a:avLst/>
              <a:gdLst/>
              <a:ahLst/>
              <a:cxnLst/>
              <a:rect l="l" t="t" r="r" b="b"/>
              <a:pathLst>
                <a:path w="2985643" h="76200">
                  <a:moveTo>
                    <a:pt x="0" y="25400"/>
                  </a:moveTo>
                  <a:lnTo>
                    <a:pt x="2985262" y="0"/>
                  </a:lnTo>
                  <a:lnTo>
                    <a:pt x="2985643" y="50800"/>
                  </a:lnTo>
                  <a:lnTo>
                    <a:pt x="508" y="76200"/>
                  </a:lnTo>
                  <a:close/>
                </a:path>
              </a:pathLst>
            </a:custGeom>
            <a:solidFill>
              <a:srgbClr val="FFFFFF"/>
            </a:solidFill>
            <a:ln w="12700">
              <a:solidFill>
                <a:srgbClr val="000000"/>
              </a:solidFill>
            </a:ln>
          </p:spPr>
        </p:sp>
      </p:grpSp>
      <p:grpSp>
        <p:nvGrpSpPr>
          <p:cNvPr id="8" name="Group 8"/>
          <p:cNvGrpSpPr/>
          <p:nvPr/>
        </p:nvGrpSpPr>
        <p:grpSpPr>
          <a:xfrm>
            <a:off x="10596582" y="8978570"/>
            <a:ext cx="6856286" cy="814578"/>
            <a:chOff x="0" y="0"/>
            <a:chExt cx="9141714" cy="1086104"/>
          </a:xfrm>
        </p:grpSpPr>
        <p:sp>
          <p:nvSpPr>
            <p:cNvPr id="9" name="Freeform 9"/>
            <p:cNvSpPr/>
            <p:nvPr/>
          </p:nvSpPr>
          <p:spPr>
            <a:xfrm>
              <a:off x="8509" y="8509"/>
              <a:ext cx="9129014" cy="1073404"/>
            </a:xfrm>
            <a:custGeom>
              <a:avLst/>
              <a:gdLst/>
              <a:ahLst/>
              <a:cxnLst/>
              <a:rect l="l" t="t" r="r" b="b"/>
              <a:pathLst>
                <a:path w="9129014" h="1073404">
                  <a:moveTo>
                    <a:pt x="0" y="0"/>
                  </a:moveTo>
                  <a:lnTo>
                    <a:pt x="9129014" y="0"/>
                  </a:lnTo>
                  <a:lnTo>
                    <a:pt x="9129014" y="1073404"/>
                  </a:lnTo>
                  <a:lnTo>
                    <a:pt x="0" y="1073404"/>
                  </a:lnTo>
                  <a:close/>
                </a:path>
              </a:pathLst>
            </a:custGeom>
            <a:solidFill>
              <a:srgbClr val="352C2F"/>
            </a:solidFill>
            <a:ln w="12700">
              <a:solidFill>
                <a:srgbClr val="000000"/>
              </a:solidFill>
            </a:ln>
          </p:spPr>
        </p:sp>
        <p:sp>
          <p:nvSpPr>
            <p:cNvPr id="10" name="Freeform 10"/>
            <p:cNvSpPr/>
            <p:nvPr/>
          </p:nvSpPr>
          <p:spPr>
            <a:xfrm>
              <a:off x="0" y="0"/>
              <a:ext cx="9146032" cy="1090422"/>
            </a:xfrm>
            <a:custGeom>
              <a:avLst/>
              <a:gdLst/>
              <a:ahLst/>
              <a:cxnLst/>
              <a:rect l="l" t="t" r="r" b="b"/>
              <a:pathLst>
                <a:path w="9146032" h="1090422">
                  <a:moveTo>
                    <a:pt x="8509" y="0"/>
                  </a:moveTo>
                  <a:lnTo>
                    <a:pt x="9137523" y="0"/>
                  </a:lnTo>
                  <a:cubicBezTo>
                    <a:pt x="9142222" y="0"/>
                    <a:pt x="9146032" y="3810"/>
                    <a:pt x="9146032" y="8509"/>
                  </a:cubicBezTo>
                  <a:lnTo>
                    <a:pt x="9146032" y="1081913"/>
                  </a:lnTo>
                  <a:cubicBezTo>
                    <a:pt x="9146032" y="1086612"/>
                    <a:pt x="9142222" y="1090422"/>
                    <a:pt x="9137523" y="1090422"/>
                  </a:cubicBezTo>
                  <a:lnTo>
                    <a:pt x="8509" y="1090422"/>
                  </a:lnTo>
                  <a:cubicBezTo>
                    <a:pt x="3810" y="1090422"/>
                    <a:pt x="0" y="1086612"/>
                    <a:pt x="0" y="1081913"/>
                  </a:cubicBezTo>
                  <a:lnTo>
                    <a:pt x="0" y="8509"/>
                  </a:lnTo>
                  <a:cubicBezTo>
                    <a:pt x="0" y="3810"/>
                    <a:pt x="3810" y="0"/>
                    <a:pt x="8509" y="0"/>
                  </a:cubicBezTo>
                  <a:moveTo>
                    <a:pt x="8509" y="16891"/>
                  </a:moveTo>
                  <a:lnTo>
                    <a:pt x="8509" y="8509"/>
                  </a:lnTo>
                  <a:lnTo>
                    <a:pt x="17018" y="8509"/>
                  </a:lnTo>
                  <a:lnTo>
                    <a:pt x="17018" y="1081913"/>
                  </a:lnTo>
                  <a:lnTo>
                    <a:pt x="8509" y="1081913"/>
                  </a:lnTo>
                  <a:lnTo>
                    <a:pt x="8509" y="1073404"/>
                  </a:lnTo>
                  <a:lnTo>
                    <a:pt x="9137523" y="1073404"/>
                  </a:lnTo>
                  <a:lnTo>
                    <a:pt x="9137523" y="1081913"/>
                  </a:lnTo>
                  <a:lnTo>
                    <a:pt x="9129014" y="1081913"/>
                  </a:lnTo>
                  <a:lnTo>
                    <a:pt x="9129014" y="8509"/>
                  </a:lnTo>
                  <a:lnTo>
                    <a:pt x="9137523" y="8509"/>
                  </a:lnTo>
                  <a:lnTo>
                    <a:pt x="9137523" y="17018"/>
                  </a:lnTo>
                  <a:lnTo>
                    <a:pt x="8509" y="17018"/>
                  </a:lnTo>
                  <a:close/>
                </a:path>
              </a:pathLst>
            </a:custGeom>
            <a:solidFill>
              <a:srgbClr val="000000"/>
            </a:solidFill>
            <a:ln w="12700">
              <a:solidFill>
                <a:srgbClr val="000000"/>
              </a:solidFill>
            </a:ln>
          </p:spPr>
        </p:sp>
      </p:grpSp>
      <p:sp>
        <p:nvSpPr>
          <p:cNvPr id="11" name="Freeform 11"/>
          <p:cNvSpPr/>
          <p:nvPr/>
        </p:nvSpPr>
        <p:spPr>
          <a:xfrm>
            <a:off x="0" y="0"/>
            <a:ext cx="8962168" cy="10976993"/>
          </a:xfrm>
          <a:custGeom>
            <a:avLst/>
            <a:gdLst/>
            <a:ahLst/>
            <a:cxnLst/>
            <a:rect l="l" t="t" r="r" b="b"/>
            <a:pathLst>
              <a:path w="8962168" h="10976993">
                <a:moveTo>
                  <a:pt x="0" y="0"/>
                </a:moveTo>
                <a:lnTo>
                  <a:pt x="8962168" y="0"/>
                </a:lnTo>
                <a:lnTo>
                  <a:pt x="8962168" y="10976993"/>
                </a:lnTo>
                <a:lnTo>
                  <a:pt x="0" y="10976993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t="-2086" b="-2086"/>
            </a:stretch>
          </a:blipFill>
        </p:spPr>
      </p:sp>
      <p:sp>
        <p:nvSpPr>
          <p:cNvPr id="12" name="TextBox 12"/>
          <p:cNvSpPr txBox="1"/>
          <p:nvPr/>
        </p:nvSpPr>
        <p:spPr>
          <a:xfrm>
            <a:off x="11351479" y="7701978"/>
            <a:ext cx="5064071" cy="67424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5401"/>
              </a:lnSpc>
            </a:pPr>
            <a:r>
              <a:rPr lang="en-US" sz="3800" spc="428" dirty="0">
                <a:solidFill>
                  <a:srgbClr val="404040"/>
                </a:solidFill>
                <a:latin typeface="Yeseva One"/>
                <a:ea typeface="Yeseva One"/>
                <a:cs typeface="Yeseva One"/>
                <a:sym typeface="Yeseva One"/>
              </a:rPr>
              <a:t>Mateo 2, 2-12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10669391" y="9074258"/>
            <a:ext cx="6713906" cy="62644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5151"/>
              </a:lnSpc>
            </a:pPr>
            <a:r>
              <a:rPr lang="en-US" sz="3528" spc="409" dirty="0">
                <a:solidFill>
                  <a:srgbClr val="FFFFFF"/>
                </a:solidFill>
                <a:latin typeface="Yeseva One"/>
                <a:ea typeface="Yeseva One"/>
                <a:cs typeface="Yeseva One"/>
                <a:sym typeface="Yeseva One"/>
              </a:rPr>
              <a:t>January 04, 2026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9472574" y="1678432"/>
            <a:ext cx="8487242" cy="224586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9196"/>
              </a:lnSpc>
            </a:pPr>
            <a:r>
              <a:rPr lang="en-US" sz="5400" spc="717" dirty="0" err="1">
                <a:solidFill>
                  <a:srgbClr val="404040"/>
                </a:solidFill>
                <a:latin typeface="Yeseva One"/>
                <a:ea typeface="Yeseva One"/>
                <a:cs typeface="Yeseva One"/>
                <a:sym typeface="Yeseva One"/>
              </a:rPr>
              <a:t>Dakilang</a:t>
            </a:r>
            <a:r>
              <a:rPr lang="en-US" sz="5400" spc="717" dirty="0">
                <a:solidFill>
                  <a:srgbClr val="404040"/>
                </a:solidFill>
                <a:latin typeface="Yeseva One"/>
                <a:ea typeface="Yeseva One"/>
                <a:cs typeface="Yeseva One"/>
                <a:sym typeface="Yeseva One"/>
              </a:rPr>
              <a:t> </a:t>
            </a:r>
            <a:r>
              <a:rPr lang="en-US" sz="5400" spc="717" dirty="0" err="1">
                <a:solidFill>
                  <a:srgbClr val="404040"/>
                </a:solidFill>
                <a:latin typeface="Yeseva One"/>
                <a:ea typeface="Yeseva One"/>
                <a:cs typeface="Yeseva One"/>
                <a:sym typeface="Yeseva One"/>
              </a:rPr>
              <a:t>Kapistahan</a:t>
            </a:r>
            <a:r>
              <a:rPr lang="en-US" sz="5400" spc="717" dirty="0">
                <a:solidFill>
                  <a:srgbClr val="404040"/>
                </a:solidFill>
                <a:latin typeface="Yeseva One"/>
                <a:ea typeface="Yeseva One"/>
                <a:cs typeface="Yeseva One"/>
                <a:sym typeface="Yeseva One"/>
              </a:rPr>
              <a:t> ng 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9158748" y="4020781"/>
            <a:ext cx="8920763" cy="356111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9519"/>
              </a:lnSpc>
            </a:pPr>
            <a:r>
              <a:rPr lang="en-US" sz="6800" spc="808" dirty="0">
                <a:solidFill>
                  <a:srgbClr val="404040"/>
                </a:solidFill>
                <a:latin typeface="Bevan"/>
                <a:ea typeface="Bevan"/>
                <a:cs typeface="Bevan"/>
                <a:sym typeface="Bevan"/>
              </a:rPr>
              <a:t>PAGPAPAKITA NG PANGINOON</a:t>
            </a:r>
          </a:p>
        </p:txBody>
      </p:sp>
    </p:spTree>
    <p:extLst>
      <p:ext uri="{BB962C8B-B14F-4D97-AF65-F5344CB8AC3E}">
        <p14:creationId xmlns:p14="http://schemas.microsoft.com/office/powerpoint/2010/main" val="3015711228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C13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1028700" y="3513344"/>
            <a:ext cx="16016411" cy="259242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8090"/>
              </a:lnSpc>
            </a:pPr>
            <a:r>
              <a:rPr lang="en-US" sz="14024" spc="2061">
                <a:solidFill>
                  <a:srgbClr val="404040"/>
                </a:solidFill>
                <a:latin typeface="Fredoka"/>
                <a:ea typeface="Fredoka"/>
                <a:cs typeface="Fredoka"/>
                <a:sym typeface="Fredoka"/>
              </a:rPr>
              <a:t>AMEN</a:t>
            </a:r>
          </a:p>
        </p:txBody>
      </p:sp>
      <p:grpSp>
        <p:nvGrpSpPr>
          <p:cNvPr id="3" name="Group 3"/>
          <p:cNvGrpSpPr/>
          <p:nvPr/>
        </p:nvGrpSpPr>
        <p:grpSpPr>
          <a:xfrm>
            <a:off x="8153476" y="219151"/>
            <a:ext cx="1981009" cy="1981009"/>
            <a:chOff x="0" y="0"/>
            <a:chExt cx="2641346" cy="2641346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2641346" cy="2641346"/>
            </a:xfrm>
            <a:custGeom>
              <a:avLst/>
              <a:gdLst/>
              <a:ahLst/>
              <a:cxnLst/>
              <a:rect l="l" t="t" r="r" b="b"/>
              <a:pathLst>
                <a:path w="2641346" h="2641346">
                  <a:moveTo>
                    <a:pt x="0" y="0"/>
                  </a:moveTo>
                  <a:lnTo>
                    <a:pt x="2641346" y="0"/>
                  </a:lnTo>
                  <a:lnTo>
                    <a:pt x="2641346" y="2641346"/>
                  </a:lnTo>
                  <a:lnTo>
                    <a:pt x="0" y="264134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/>
              </a:stretch>
            </a:blipFill>
          </p:spPr>
        </p:sp>
      </p:grp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C13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1135771" y="3295650"/>
            <a:ext cx="16016411" cy="336797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3576"/>
              </a:lnSpc>
            </a:pPr>
            <a:r>
              <a:rPr lang="en-US" sz="10524" spc="1546" dirty="0">
                <a:solidFill>
                  <a:srgbClr val="404040"/>
                </a:solidFill>
                <a:latin typeface="Fredoka"/>
                <a:ea typeface="Fredoka"/>
                <a:cs typeface="Fredoka"/>
                <a:sym typeface="Fredoka"/>
              </a:rPr>
              <a:t>PANGINOON, MAAWA KA.</a:t>
            </a:r>
          </a:p>
        </p:txBody>
      </p:sp>
      <p:grpSp>
        <p:nvGrpSpPr>
          <p:cNvPr id="3" name="Group 3"/>
          <p:cNvGrpSpPr/>
          <p:nvPr/>
        </p:nvGrpSpPr>
        <p:grpSpPr>
          <a:xfrm>
            <a:off x="8153476" y="309982"/>
            <a:ext cx="1981009" cy="1981009"/>
            <a:chOff x="0" y="0"/>
            <a:chExt cx="2641346" cy="2641346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2641346" cy="2641346"/>
            </a:xfrm>
            <a:custGeom>
              <a:avLst/>
              <a:gdLst/>
              <a:ahLst/>
              <a:cxnLst/>
              <a:rect l="l" t="t" r="r" b="b"/>
              <a:pathLst>
                <a:path w="2641346" h="2641346">
                  <a:moveTo>
                    <a:pt x="0" y="0"/>
                  </a:moveTo>
                  <a:lnTo>
                    <a:pt x="2641346" y="0"/>
                  </a:lnTo>
                  <a:lnTo>
                    <a:pt x="2641346" y="2641346"/>
                  </a:lnTo>
                  <a:lnTo>
                    <a:pt x="0" y="264134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/>
              </a:stretch>
            </a:blipFill>
          </p:spPr>
        </p:sp>
      </p:grp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C13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1135771" y="3219450"/>
            <a:ext cx="16016411" cy="336797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3576"/>
              </a:lnSpc>
            </a:pPr>
            <a:r>
              <a:rPr lang="en-US" sz="10524" spc="1536" dirty="0">
                <a:solidFill>
                  <a:srgbClr val="404040"/>
                </a:solidFill>
                <a:latin typeface="Fredoka"/>
                <a:ea typeface="Fredoka"/>
                <a:cs typeface="Fredoka"/>
                <a:sym typeface="Fredoka"/>
              </a:rPr>
              <a:t>KRISTO, MAAWA KA.</a:t>
            </a:r>
            <a:endParaRPr lang="en-US" sz="10524" spc="1546" dirty="0">
              <a:solidFill>
                <a:srgbClr val="404040"/>
              </a:solidFill>
              <a:latin typeface="Fredoka"/>
              <a:ea typeface="Fredoka"/>
              <a:cs typeface="Fredoka"/>
              <a:sym typeface="Fredoka"/>
            </a:endParaRPr>
          </a:p>
        </p:txBody>
      </p:sp>
      <p:grpSp>
        <p:nvGrpSpPr>
          <p:cNvPr id="3" name="Group 3"/>
          <p:cNvGrpSpPr/>
          <p:nvPr/>
        </p:nvGrpSpPr>
        <p:grpSpPr>
          <a:xfrm>
            <a:off x="8153476" y="309982"/>
            <a:ext cx="1981009" cy="1981009"/>
            <a:chOff x="0" y="0"/>
            <a:chExt cx="2641346" cy="2641346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2641346" cy="2641346"/>
            </a:xfrm>
            <a:custGeom>
              <a:avLst/>
              <a:gdLst/>
              <a:ahLst/>
              <a:cxnLst/>
              <a:rect l="l" t="t" r="r" b="b"/>
              <a:pathLst>
                <a:path w="2641346" h="2641346">
                  <a:moveTo>
                    <a:pt x="0" y="0"/>
                  </a:moveTo>
                  <a:lnTo>
                    <a:pt x="2641346" y="0"/>
                  </a:lnTo>
                  <a:lnTo>
                    <a:pt x="2641346" y="2641346"/>
                  </a:lnTo>
                  <a:lnTo>
                    <a:pt x="0" y="264134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/>
              </a:stretch>
            </a:blipFill>
          </p:spPr>
        </p:sp>
      </p:grp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C13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1135771" y="3295650"/>
            <a:ext cx="16016411" cy="336797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3576"/>
              </a:lnSpc>
            </a:pPr>
            <a:r>
              <a:rPr lang="en-US" sz="10524" spc="1546" dirty="0">
                <a:solidFill>
                  <a:srgbClr val="404040"/>
                </a:solidFill>
                <a:latin typeface="Fredoka"/>
                <a:ea typeface="Fredoka"/>
                <a:cs typeface="Fredoka"/>
                <a:sym typeface="Fredoka"/>
              </a:rPr>
              <a:t>PANGINOON, MAAWA KA.</a:t>
            </a:r>
          </a:p>
        </p:txBody>
      </p:sp>
      <p:grpSp>
        <p:nvGrpSpPr>
          <p:cNvPr id="3" name="Group 3"/>
          <p:cNvGrpSpPr/>
          <p:nvPr/>
        </p:nvGrpSpPr>
        <p:grpSpPr>
          <a:xfrm>
            <a:off x="8153476" y="309982"/>
            <a:ext cx="1981009" cy="1981009"/>
            <a:chOff x="0" y="0"/>
            <a:chExt cx="2641346" cy="2641346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2641346" cy="2641346"/>
            </a:xfrm>
            <a:custGeom>
              <a:avLst/>
              <a:gdLst/>
              <a:ahLst/>
              <a:cxnLst/>
              <a:rect l="l" t="t" r="r" b="b"/>
              <a:pathLst>
                <a:path w="2641346" h="2641346">
                  <a:moveTo>
                    <a:pt x="0" y="0"/>
                  </a:moveTo>
                  <a:lnTo>
                    <a:pt x="2641346" y="0"/>
                  </a:lnTo>
                  <a:lnTo>
                    <a:pt x="2641346" y="2641346"/>
                  </a:lnTo>
                  <a:lnTo>
                    <a:pt x="0" y="264134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/>
              </a:stretch>
            </a:blipFill>
          </p:spPr>
        </p:sp>
      </p:grpSp>
    </p:spTree>
    <p:extLst>
      <p:ext uri="{BB962C8B-B14F-4D97-AF65-F5344CB8AC3E}">
        <p14:creationId xmlns:p14="http://schemas.microsoft.com/office/powerpoint/2010/main" val="1231706385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C13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13008597" y="319192"/>
            <a:ext cx="1749809" cy="1559185"/>
            <a:chOff x="0" y="0"/>
            <a:chExt cx="2333079" cy="2078914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2333117" cy="2078863"/>
            </a:xfrm>
            <a:custGeom>
              <a:avLst/>
              <a:gdLst/>
              <a:ahLst/>
              <a:cxnLst/>
              <a:rect l="l" t="t" r="r" b="b"/>
              <a:pathLst>
                <a:path w="2333117" h="2078863">
                  <a:moveTo>
                    <a:pt x="0" y="0"/>
                  </a:moveTo>
                  <a:lnTo>
                    <a:pt x="2333117" y="0"/>
                  </a:lnTo>
                  <a:lnTo>
                    <a:pt x="2333117" y="2078863"/>
                  </a:lnTo>
                  <a:lnTo>
                    <a:pt x="0" y="207886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t="-6112" r="1" b="-6115"/>
              </a:stretch>
            </a:blipFill>
          </p:spPr>
        </p:sp>
      </p:grpSp>
      <p:grpSp>
        <p:nvGrpSpPr>
          <p:cNvPr id="4" name="Group 4"/>
          <p:cNvGrpSpPr/>
          <p:nvPr/>
        </p:nvGrpSpPr>
        <p:grpSpPr>
          <a:xfrm>
            <a:off x="16535400" y="8039100"/>
            <a:ext cx="2239232" cy="57150"/>
            <a:chOff x="0" y="0"/>
            <a:chExt cx="2985643" cy="76200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2985643" cy="76200"/>
            </a:xfrm>
            <a:custGeom>
              <a:avLst/>
              <a:gdLst/>
              <a:ahLst/>
              <a:cxnLst/>
              <a:rect l="l" t="t" r="r" b="b"/>
              <a:pathLst>
                <a:path w="2985643" h="76200">
                  <a:moveTo>
                    <a:pt x="0" y="25400"/>
                  </a:moveTo>
                  <a:lnTo>
                    <a:pt x="2985262" y="0"/>
                  </a:lnTo>
                  <a:lnTo>
                    <a:pt x="2985643" y="50800"/>
                  </a:lnTo>
                  <a:lnTo>
                    <a:pt x="508" y="76200"/>
                  </a:lnTo>
                  <a:close/>
                </a:path>
              </a:pathLst>
            </a:custGeom>
            <a:solidFill>
              <a:srgbClr val="FFFFFF"/>
            </a:solidFill>
            <a:ln w="12700">
              <a:solidFill>
                <a:srgbClr val="000000"/>
              </a:solidFill>
            </a:ln>
          </p:spPr>
        </p:sp>
      </p:grpSp>
      <p:grpSp>
        <p:nvGrpSpPr>
          <p:cNvPr id="6" name="Group 6"/>
          <p:cNvGrpSpPr/>
          <p:nvPr/>
        </p:nvGrpSpPr>
        <p:grpSpPr>
          <a:xfrm>
            <a:off x="8962168" y="8069990"/>
            <a:ext cx="2239232" cy="57150"/>
            <a:chOff x="0" y="0"/>
            <a:chExt cx="2985643" cy="76200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2985643" cy="76200"/>
            </a:xfrm>
            <a:custGeom>
              <a:avLst/>
              <a:gdLst/>
              <a:ahLst/>
              <a:cxnLst/>
              <a:rect l="l" t="t" r="r" b="b"/>
              <a:pathLst>
                <a:path w="2985643" h="76200">
                  <a:moveTo>
                    <a:pt x="0" y="25400"/>
                  </a:moveTo>
                  <a:lnTo>
                    <a:pt x="2985262" y="0"/>
                  </a:lnTo>
                  <a:lnTo>
                    <a:pt x="2985643" y="50800"/>
                  </a:lnTo>
                  <a:lnTo>
                    <a:pt x="508" y="76200"/>
                  </a:lnTo>
                  <a:close/>
                </a:path>
              </a:pathLst>
            </a:custGeom>
            <a:solidFill>
              <a:srgbClr val="FFFFFF"/>
            </a:solidFill>
            <a:ln w="12700">
              <a:solidFill>
                <a:srgbClr val="000000"/>
              </a:solidFill>
            </a:ln>
          </p:spPr>
        </p:sp>
      </p:grpSp>
      <p:grpSp>
        <p:nvGrpSpPr>
          <p:cNvPr id="8" name="Group 8"/>
          <p:cNvGrpSpPr/>
          <p:nvPr/>
        </p:nvGrpSpPr>
        <p:grpSpPr>
          <a:xfrm>
            <a:off x="10596582" y="8978570"/>
            <a:ext cx="6856286" cy="814578"/>
            <a:chOff x="0" y="0"/>
            <a:chExt cx="9141714" cy="1086104"/>
          </a:xfrm>
        </p:grpSpPr>
        <p:sp>
          <p:nvSpPr>
            <p:cNvPr id="9" name="Freeform 9"/>
            <p:cNvSpPr/>
            <p:nvPr/>
          </p:nvSpPr>
          <p:spPr>
            <a:xfrm>
              <a:off x="8509" y="8509"/>
              <a:ext cx="9129014" cy="1073404"/>
            </a:xfrm>
            <a:custGeom>
              <a:avLst/>
              <a:gdLst/>
              <a:ahLst/>
              <a:cxnLst/>
              <a:rect l="l" t="t" r="r" b="b"/>
              <a:pathLst>
                <a:path w="9129014" h="1073404">
                  <a:moveTo>
                    <a:pt x="0" y="0"/>
                  </a:moveTo>
                  <a:lnTo>
                    <a:pt x="9129014" y="0"/>
                  </a:lnTo>
                  <a:lnTo>
                    <a:pt x="9129014" y="1073404"/>
                  </a:lnTo>
                  <a:lnTo>
                    <a:pt x="0" y="1073404"/>
                  </a:lnTo>
                  <a:close/>
                </a:path>
              </a:pathLst>
            </a:custGeom>
            <a:solidFill>
              <a:srgbClr val="352C2F"/>
            </a:solidFill>
            <a:ln w="12700">
              <a:solidFill>
                <a:srgbClr val="000000"/>
              </a:solidFill>
            </a:ln>
          </p:spPr>
        </p:sp>
        <p:sp>
          <p:nvSpPr>
            <p:cNvPr id="10" name="Freeform 10"/>
            <p:cNvSpPr/>
            <p:nvPr/>
          </p:nvSpPr>
          <p:spPr>
            <a:xfrm>
              <a:off x="0" y="0"/>
              <a:ext cx="9146032" cy="1090422"/>
            </a:xfrm>
            <a:custGeom>
              <a:avLst/>
              <a:gdLst/>
              <a:ahLst/>
              <a:cxnLst/>
              <a:rect l="l" t="t" r="r" b="b"/>
              <a:pathLst>
                <a:path w="9146032" h="1090422">
                  <a:moveTo>
                    <a:pt x="8509" y="0"/>
                  </a:moveTo>
                  <a:lnTo>
                    <a:pt x="9137523" y="0"/>
                  </a:lnTo>
                  <a:cubicBezTo>
                    <a:pt x="9142222" y="0"/>
                    <a:pt x="9146032" y="3810"/>
                    <a:pt x="9146032" y="8509"/>
                  </a:cubicBezTo>
                  <a:lnTo>
                    <a:pt x="9146032" y="1081913"/>
                  </a:lnTo>
                  <a:cubicBezTo>
                    <a:pt x="9146032" y="1086612"/>
                    <a:pt x="9142222" y="1090422"/>
                    <a:pt x="9137523" y="1090422"/>
                  </a:cubicBezTo>
                  <a:lnTo>
                    <a:pt x="8509" y="1090422"/>
                  </a:lnTo>
                  <a:cubicBezTo>
                    <a:pt x="3810" y="1090422"/>
                    <a:pt x="0" y="1086612"/>
                    <a:pt x="0" y="1081913"/>
                  </a:cubicBezTo>
                  <a:lnTo>
                    <a:pt x="0" y="8509"/>
                  </a:lnTo>
                  <a:cubicBezTo>
                    <a:pt x="0" y="3810"/>
                    <a:pt x="3810" y="0"/>
                    <a:pt x="8509" y="0"/>
                  </a:cubicBezTo>
                  <a:moveTo>
                    <a:pt x="8509" y="16891"/>
                  </a:moveTo>
                  <a:lnTo>
                    <a:pt x="8509" y="8509"/>
                  </a:lnTo>
                  <a:lnTo>
                    <a:pt x="17018" y="8509"/>
                  </a:lnTo>
                  <a:lnTo>
                    <a:pt x="17018" y="1081913"/>
                  </a:lnTo>
                  <a:lnTo>
                    <a:pt x="8509" y="1081913"/>
                  </a:lnTo>
                  <a:lnTo>
                    <a:pt x="8509" y="1073404"/>
                  </a:lnTo>
                  <a:lnTo>
                    <a:pt x="9137523" y="1073404"/>
                  </a:lnTo>
                  <a:lnTo>
                    <a:pt x="9137523" y="1081913"/>
                  </a:lnTo>
                  <a:lnTo>
                    <a:pt x="9129014" y="1081913"/>
                  </a:lnTo>
                  <a:lnTo>
                    <a:pt x="9129014" y="8509"/>
                  </a:lnTo>
                  <a:lnTo>
                    <a:pt x="9137523" y="8509"/>
                  </a:lnTo>
                  <a:lnTo>
                    <a:pt x="9137523" y="17018"/>
                  </a:lnTo>
                  <a:lnTo>
                    <a:pt x="8509" y="17018"/>
                  </a:lnTo>
                  <a:close/>
                </a:path>
              </a:pathLst>
            </a:custGeom>
            <a:solidFill>
              <a:srgbClr val="000000"/>
            </a:solidFill>
            <a:ln w="12700">
              <a:solidFill>
                <a:srgbClr val="000000"/>
              </a:solidFill>
            </a:ln>
          </p:spPr>
        </p:sp>
      </p:grpSp>
      <p:sp>
        <p:nvSpPr>
          <p:cNvPr id="11" name="Freeform 11"/>
          <p:cNvSpPr/>
          <p:nvPr/>
        </p:nvSpPr>
        <p:spPr>
          <a:xfrm>
            <a:off x="0" y="0"/>
            <a:ext cx="8962168" cy="10976993"/>
          </a:xfrm>
          <a:custGeom>
            <a:avLst/>
            <a:gdLst/>
            <a:ahLst/>
            <a:cxnLst/>
            <a:rect l="l" t="t" r="r" b="b"/>
            <a:pathLst>
              <a:path w="8962168" h="10976993">
                <a:moveTo>
                  <a:pt x="0" y="0"/>
                </a:moveTo>
                <a:lnTo>
                  <a:pt x="8962168" y="0"/>
                </a:lnTo>
                <a:lnTo>
                  <a:pt x="8962168" y="10976993"/>
                </a:lnTo>
                <a:lnTo>
                  <a:pt x="0" y="10976993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t="-2086" b="-2086"/>
            </a:stretch>
          </a:blipFill>
        </p:spPr>
      </p:sp>
      <p:sp>
        <p:nvSpPr>
          <p:cNvPr id="12" name="TextBox 12"/>
          <p:cNvSpPr txBox="1"/>
          <p:nvPr/>
        </p:nvSpPr>
        <p:spPr>
          <a:xfrm>
            <a:off x="11351479" y="7701978"/>
            <a:ext cx="5064071" cy="67424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5401"/>
              </a:lnSpc>
            </a:pPr>
            <a:r>
              <a:rPr lang="en-US" sz="3800" spc="428" dirty="0">
                <a:solidFill>
                  <a:srgbClr val="404040"/>
                </a:solidFill>
                <a:latin typeface="Yeseva One"/>
                <a:ea typeface="Yeseva One"/>
                <a:cs typeface="Yeseva One"/>
                <a:sym typeface="Yeseva One"/>
              </a:rPr>
              <a:t>Mateo 2, 2-12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10669391" y="9074258"/>
            <a:ext cx="6713906" cy="62644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5151"/>
              </a:lnSpc>
            </a:pPr>
            <a:r>
              <a:rPr lang="en-US" sz="3528" spc="409" dirty="0">
                <a:solidFill>
                  <a:srgbClr val="FFFFFF"/>
                </a:solidFill>
                <a:latin typeface="Yeseva One"/>
                <a:ea typeface="Yeseva One"/>
                <a:cs typeface="Yeseva One"/>
                <a:sym typeface="Yeseva One"/>
              </a:rPr>
              <a:t>January 04, 2026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9472574" y="1678432"/>
            <a:ext cx="8487242" cy="224586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9196"/>
              </a:lnSpc>
            </a:pPr>
            <a:r>
              <a:rPr lang="en-US" sz="5400" spc="717" dirty="0" err="1">
                <a:solidFill>
                  <a:srgbClr val="404040"/>
                </a:solidFill>
                <a:latin typeface="Yeseva One"/>
                <a:ea typeface="Yeseva One"/>
                <a:cs typeface="Yeseva One"/>
                <a:sym typeface="Yeseva One"/>
              </a:rPr>
              <a:t>Dakilang</a:t>
            </a:r>
            <a:r>
              <a:rPr lang="en-US" sz="5400" spc="717" dirty="0">
                <a:solidFill>
                  <a:srgbClr val="404040"/>
                </a:solidFill>
                <a:latin typeface="Yeseva One"/>
                <a:ea typeface="Yeseva One"/>
                <a:cs typeface="Yeseva One"/>
                <a:sym typeface="Yeseva One"/>
              </a:rPr>
              <a:t> </a:t>
            </a:r>
            <a:r>
              <a:rPr lang="en-US" sz="5400" spc="717" dirty="0" err="1">
                <a:solidFill>
                  <a:srgbClr val="404040"/>
                </a:solidFill>
                <a:latin typeface="Yeseva One"/>
                <a:ea typeface="Yeseva One"/>
                <a:cs typeface="Yeseva One"/>
                <a:sym typeface="Yeseva One"/>
              </a:rPr>
              <a:t>Kapistahan</a:t>
            </a:r>
            <a:r>
              <a:rPr lang="en-US" sz="5400" spc="717" dirty="0">
                <a:solidFill>
                  <a:srgbClr val="404040"/>
                </a:solidFill>
                <a:latin typeface="Yeseva One"/>
                <a:ea typeface="Yeseva One"/>
                <a:cs typeface="Yeseva One"/>
                <a:sym typeface="Yeseva One"/>
              </a:rPr>
              <a:t> ng 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9158748" y="4020781"/>
            <a:ext cx="8920763" cy="356111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9519"/>
              </a:lnSpc>
            </a:pPr>
            <a:r>
              <a:rPr lang="en-US" sz="6800" spc="808" dirty="0">
                <a:solidFill>
                  <a:srgbClr val="404040"/>
                </a:solidFill>
                <a:latin typeface="Bevan"/>
                <a:ea typeface="Bevan"/>
                <a:cs typeface="Bevan"/>
                <a:sym typeface="Bevan"/>
              </a:rPr>
              <a:t>PAGPAPAKITA NG PANGINOON</a:t>
            </a:r>
          </a:p>
        </p:txBody>
      </p:sp>
    </p:spTree>
    <p:extLst>
      <p:ext uri="{BB962C8B-B14F-4D97-AF65-F5344CB8AC3E}">
        <p14:creationId xmlns:p14="http://schemas.microsoft.com/office/powerpoint/2010/main" val="1841622641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C13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1242889" y="2195741"/>
            <a:ext cx="16016411" cy="687105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3576"/>
              </a:lnSpc>
            </a:pPr>
            <a:r>
              <a:rPr lang="en-US" sz="10524" spc="1546">
                <a:solidFill>
                  <a:srgbClr val="404040"/>
                </a:solidFill>
                <a:latin typeface="Fredoka"/>
                <a:ea typeface="Fredoka"/>
                <a:cs typeface="Fredoka"/>
                <a:sym typeface="Fredoka"/>
              </a:rPr>
              <a:t>PURIHIN AT IPAGDANGAL ANG ATING POONG MAYKAPAL</a:t>
            </a:r>
          </a:p>
        </p:txBody>
      </p:sp>
      <p:grpSp>
        <p:nvGrpSpPr>
          <p:cNvPr id="3" name="Group 3"/>
          <p:cNvGrpSpPr/>
          <p:nvPr/>
        </p:nvGrpSpPr>
        <p:grpSpPr>
          <a:xfrm>
            <a:off x="8153476" y="309982"/>
            <a:ext cx="1981009" cy="1981009"/>
            <a:chOff x="0" y="0"/>
            <a:chExt cx="2641346" cy="2641346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2641346" cy="2641346"/>
            </a:xfrm>
            <a:custGeom>
              <a:avLst/>
              <a:gdLst/>
              <a:ahLst/>
              <a:cxnLst/>
              <a:rect l="l" t="t" r="r" b="b"/>
              <a:pathLst>
                <a:path w="2641346" h="2641346">
                  <a:moveTo>
                    <a:pt x="0" y="0"/>
                  </a:moveTo>
                  <a:lnTo>
                    <a:pt x="2641346" y="0"/>
                  </a:lnTo>
                  <a:lnTo>
                    <a:pt x="2641346" y="2641346"/>
                  </a:lnTo>
                  <a:lnTo>
                    <a:pt x="0" y="264134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/>
              </a:stretch>
            </a:blipFill>
          </p:spPr>
        </p:sp>
      </p:grp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C13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1242889" y="2195741"/>
            <a:ext cx="16016411" cy="687105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3576"/>
              </a:lnSpc>
            </a:pPr>
            <a:r>
              <a:rPr lang="en-US" sz="10524" spc="1546">
                <a:solidFill>
                  <a:srgbClr val="404040"/>
                </a:solidFill>
                <a:latin typeface="Fredoka"/>
                <a:ea typeface="Fredoka"/>
                <a:cs typeface="Fredoka"/>
                <a:sym typeface="Fredoka"/>
              </a:rPr>
              <a:t>AMA NG BUKAL NG BUHAY, ANAK NA SIYA NATING DAAN</a:t>
            </a:r>
          </a:p>
        </p:txBody>
      </p:sp>
      <p:grpSp>
        <p:nvGrpSpPr>
          <p:cNvPr id="3" name="Group 3"/>
          <p:cNvGrpSpPr/>
          <p:nvPr/>
        </p:nvGrpSpPr>
        <p:grpSpPr>
          <a:xfrm>
            <a:off x="8153476" y="309982"/>
            <a:ext cx="1981009" cy="1981009"/>
            <a:chOff x="0" y="0"/>
            <a:chExt cx="2641346" cy="2641346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2641346" cy="2641346"/>
            </a:xfrm>
            <a:custGeom>
              <a:avLst/>
              <a:gdLst/>
              <a:ahLst/>
              <a:cxnLst/>
              <a:rect l="l" t="t" r="r" b="b"/>
              <a:pathLst>
                <a:path w="2641346" h="2641346">
                  <a:moveTo>
                    <a:pt x="0" y="0"/>
                  </a:moveTo>
                  <a:lnTo>
                    <a:pt x="2641346" y="0"/>
                  </a:lnTo>
                  <a:lnTo>
                    <a:pt x="2641346" y="2641346"/>
                  </a:lnTo>
                  <a:lnTo>
                    <a:pt x="0" y="264134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/>
              </a:stretch>
            </a:blipFill>
          </p:spPr>
        </p:sp>
      </p:grpSp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C13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1028700" y="3384372"/>
            <a:ext cx="16016411" cy="342300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3576"/>
              </a:lnSpc>
            </a:pPr>
            <a:r>
              <a:rPr lang="en-US" sz="10524" spc="1546">
                <a:solidFill>
                  <a:srgbClr val="404040"/>
                </a:solidFill>
                <a:latin typeface="Fredoka"/>
                <a:ea typeface="Fredoka"/>
                <a:cs typeface="Fredoka"/>
                <a:sym typeface="Fredoka"/>
              </a:rPr>
              <a:t>ESPIRITUNG ATING TANGLAW.</a:t>
            </a:r>
          </a:p>
        </p:txBody>
      </p:sp>
      <p:grpSp>
        <p:nvGrpSpPr>
          <p:cNvPr id="3" name="Group 3"/>
          <p:cNvGrpSpPr/>
          <p:nvPr/>
        </p:nvGrpSpPr>
        <p:grpSpPr>
          <a:xfrm>
            <a:off x="8153476" y="309982"/>
            <a:ext cx="1981009" cy="1981009"/>
            <a:chOff x="0" y="0"/>
            <a:chExt cx="2641346" cy="2641346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2641346" cy="2641346"/>
            </a:xfrm>
            <a:custGeom>
              <a:avLst/>
              <a:gdLst/>
              <a:ahLst/>
              <a:cxnLst/>
              <a:rect l="l" t="t" r="r" b="b"/>
              <a:pathLst>
                <a:path w="2641346" h="2641346">
                  <a:moveTo>
                    <a:pt x="0" y="0"/>
                  </a:moveTo>
                  <a:lnTo>
                    <a:pt x="2641346" y="0"/>
                  </a:lnTo>
                  <a:lnTo>
                    <a:pt x="2641346" y="2641346"/>
                  </a:lnTo>
                  <a:lnTo>
                    <a:pt x="0" y="264134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/>
              </a:stretch>
            </a:blipFill>
          </p:spPr>
        </p:sp>
      </p:grpSp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C13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13008597" y="319192"/>
            <a:ext cx="1749809" cy="1559185"/>
            <a:chOff x="0" y="0"/>
            <a:chExt cx="2333079" cy="2078914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2333117" cy="2078863"/>
            </a:xfrm>
            <a:custGeom>
              <a:avLst/>
              <a:gdLst/>
              <a:ahLst/>
              <a:cxnLst/>
              <a:rect l="l" t="t" r="r" b="b"/>
              <a:pathLst>
                <a:path w="2333117" h="2078863">
                  <a:moveTo>
                    <a:pt x="0" y="0"/>
                  </a:moveTo>
                  <a:lnTo>
                    <a:pt x="2333117" y="0"/>
                  </a:lnTo>
                  <a:lnTo>
                    <a:pt x="2333117" y="2078863"/>
                  </a:lnTo>
                  <a:lnTo>
                    <a:pt x="0" y="207886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t="-6112" r="1" b="-6115"/>
              </a:stretch>
            </a:blipFill>
          </p:spPr>
        </p:sp>
      </p:grpSp>
      <p:grpSp>
        <p:nvGrpSpPr>
          <p:cNvPr id="4" name="Group 4"/>
          <p:cNvGrpSpPr/>
          <p:nvPr/>
        </p:nvGrpSpPr>
        <p:grpSpPr>
          <a:xfrm>
            <a:off x="16535400" y="8039100"/>
            <a:ext cx="2239232" cy="57150"/>
            <a:chOff x="0" y="0"/>
            <a:chExt cx="2985643" cy="76200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2985643" cy="76200"/>
            </a:xfrm>
            <a:custGeom>
              <a:avLst/>
              <a:gdLst/>
              <a:ahLst/>
              <a:cxnLst/>
              <a:rect l="l" t="t" r="r" b="b"/>
              <a:pathLst>
                <a:path w="2985643" h="76200">
                  <a:moveTo>
                    <a:pt x="0" y="25400"/>
                  </a:moveTo>
                  <a:lnTo>
                    <a:pt x="2985262" y="0"/>
                  </a:lnTo>
                  <a:lnTo>
                    <a:pt x="2985643" y="50800"/>
                  </a:lnTo>
                  <a:lnTo>
                    <a:pt x="508" y="76200"/>
                  </a:lnTo>
                  <a:close/>
                </a:path>
              </a:pathLst>
            </a:custGeom>
            <a:solidFill>
              <a:srgbClr val="FFFFFF"/>
            </a:solidFill>
            <a:ln w="12700">
              <a:solidFill>
                <a:srgbClr val="000000"/>
              </a:solidFill>
            </a:ln>
          </p:spPr>
        </p:sp>
      </p:grpSp>
      <p:grpSp>
        <p:nvGrpSpPr>
          <p:cNvPr id="6" name="Group 6"/>
          <p:cNvGrpSpPr/>
          <p:nvPr/>
        </p:nvGrpSpPr>
        <p:grpSpPr>
          <a:xfrm>
            <a:off x="8962168" y="8069990"/>
            <a:ext cx="2239232" cy="57150"/>
            <a:chOff x="0" y="0"/>
            <a:chExt cx="2985643" cy="76200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2985643" cy="76200"/>
            </a:xfrm>
            <a:custGeom>
              <a:avLst/>
              <a:gdLst/>
              <a:ahLst/>
              <a:cxnLst/>
              <a:rect l="l" t="t" r="r" b="b"/>
              <a:pathLst>
                <a:path w="2985643" h="76200">
                  <a:moveTo>
                    <a:pt x="0" y="25400"/>
                  </a:moveTo>
                  <a:lnTo>
                    <a:pt x="2985262" y="0"/>
                  </a:lnTo>
                  <a:lnTo>
                    <a:pt x="2985643" y="50800"/>
                  </a:lnTo>
                  <a:lnTo>
                    <a:pt x="508" y="76200"/>
                  </a:lnTo>
                  <a:close/>
                </a:path>
              </a:pathLst>
            </a:custGeom>
            <a:solidFill>
              <a:srgbClr val="FFFFFF"/>
            </a:solidFill>
            <a:ln w="12700">
              <a:solidFill>
                <a:srgbClr val="000000"/>
              </a:solidFill>
            </a:ln>
          </p:spPr>
        </p:sp>
      </p:grpSp>
      <p:grpSp>
        <p:nvGrpSpPr>
          <p:cNvPr id="8" name="Group 8"/>
          <p:cNvGrpSpPr/>
          <p:nvPr/>
        </p:nvGrpSpPr>
        <p:grpSpPr>
          <a:xfrm>
            <a:off x="10596582" y="8978570"/>
            <a:ext cx="6856286" cy="814578"/>
            <a:chOff x="0" y="0"/>
            <a:chExt cx="9141714" cy="1086104"/>
          </a:xfrm>
        </p:grpSpPr>
        <p:sp>
          <p:nvSpPr>
            <p:cNvPr id="9" name="Freeform 9"/>
            <p:cNvSpPr/>
            <p:nvPr/>
          </p:nvSpPr>
          <p:spPr>
            <a:xfrm>
              <a:off x="8509" y="8509"/>
              <a:ext cx="9129014" cy="1073404"/>
            </a:xfrm>
            <a:custGeom>
              <a:avLst/>
              <a:gdLst/>
              <a:ahLst/>
              <a:cxnLst/>
              <a:rect l="l" t="t" r="r" b="b"/>
              <a:pathLst>
                <a:path w="9129014" h="1073404">
                  <a:moveTo>
                    <a:pt x="0" y="0"/>
                  </a:moveTo>
                  <a:lnTo>
                    <a:pt x="9129014" y="0"/>
                  </a:lnTo>
                  <a:lnTo>
                    <a:pt x="9129014" y="1073404"/>
                  </a:lnTo>
                  <a:lnTo>
                    <a:pt x="0" y="1073404"/>
                  </a:lnTo>
                  <a:close/>
                </a:path>
              </a:pathLst>
            </a:custGeom>
            <a:solidFill>
              <a:srgbClr val="352C2F"/>
            </a:solidFill>
            <a:ln w="12700">
              <a:solidFill>
                <a:srgbClr val="000000"/>
              </a:solidFill>
            </a:ln>
          </p:spPr>
        </p:sp>
        <p:sp>
          <p:nvSpPr>
            <p:cNvPr id="10" name="Freeform 10"/>
            <p:cNvSpPr/>
            <p:nvPr/>
          </p:nvSpPr>
          <p:spPr>
            <a:xfrm>
              <a:off x="0" y="0"/>
              <a:ext cx="9146032" cy="1090422"/>
            </a:xfrm>
            <a:custGeom>
              <a:avLst/>
              <a:gdLst/>
              <a:ahLst/>
              <a:cxnLst/>
              <a:rect l="l" t="t" r="r" b="b"/>
              <a:pathLst>
                <a:path w="9146032" h="1090422">
                  <a:moveTo>
                    <a:pt x="8509" y="0"/>
                  </a:moveTo>
                  <a:lnTo>
                    <a:pt x="9137523" y="0"/>
                  </a:lnTo>
                  <a:cubicBezTo>
                    <a:pt x="9142222" y="0"/>
                    <a:pt x="9146032" y="3810"/>
                    <a:pt x="9146032" y="8509"/>
                  </a:cubicBezTo>
                  <a:lnTo>
                    <a:pt x="9146032" y="1081913"/>
                  </a:lnTo>
                  <a:cubicBezTo>
                    <a:pt x="9146032" y="1086612"/>
                    <a:pt x="9142222" y="1090422"/>
                    <a:pt x="9137523" y="1090422"/>
                  </a:cubicBezTo>
                  <a:lnTo>
                    <a:pt x="8509" y="1090422"/>
                  </a:lnTo>
                  <a:cubicBezTo>
                    <a:pt x="3810" y="1090422"/>
                    <a:pt x="0" y="1086612"/>
                    <a:pt x="0" y="1081913"/>
                  </a:cubicBezTo>
                  <a:lnTo>
                    <a:pt x="0" y="8509"/>
                  </a:lnTo>
                  <a:cubicBezTo>
                    <a:pt x="0" y="3810"/>
                    <a:pt x="3810" y="0"/>
                    <a:pt x="8509" y="0"/>
                  </a:cubicBezTo>
                  <a:moveTo>
                    <a:pt x="8509" y="16891"/>
                  </a:moveTo>
                  <a:lnTo>
                    <a:pt x="8509" y="8509"/>
                  </a:lnTo>
                  <a:lnTo>
                    <a:pt x="17018" y="8509"/>
                  </a:lnTo>
                  <a:lnTo>
                    <a:pt x="17018" y="1081913"/>
                  </a:lnTo>
                  <a:lnTo>
                    <a:pt x="8509" y="1081913"/>
                  </a:lnTo>
                  <a:lnTo>
                    <a:pt x="8509" y="1073404"/>
                  </a:lnTo>
                  <a:lnTo>
                    <a:pt x="9137523" y="1073404"/>
                  </a:lnTo>
                  <a:lnTo>
                    <a:pt x="9137523" y="1081913"/>
                  </a:lnTo>
                  <a:lnTo>
                    <a:pt x="9129014" y="1081913"/>
                  </a:lnTo>
                  <a:lnTo>
                    <a:pt x="9129014" y="8509"/>
                  </a:lnTo>
                  <a:lnTo>
                    <a:pt x="9137523" y="8509"/>
                  </a:lnTo>
                  <a:lnTo>
                    <a:pt x="9137523" y="17018"/>
                  </a:lnTo>
                  <a:lnTo>
                    <a:pt x="8509" y="17018"/>
                  </a:lnTo>
                  <a:close/>
                </a:path>
              </a:pathLst>
            </a:custGeom>
            <a:solidFill>
              <a:srgbClr val="000000"/>
            </a:solidFill>
            <a:ln w="12700">
              <a:solidFill>
                <a:srgbClr val="000000"/>
              </a:solidFill>
            </a:ln>
          </p:spPr>
        </p:sp>
      </p:grpSp>
      <p:sp>
        <p:nvSpPr>
          <p:cNvPr id="11" name="Freeform 11"/>
          <p:cNvSpPr/>
          <p:nvPr/>
        </p:nvSpPr>
        <p:spPr>
          <a:xfrm>
            <a:off x="0" y="0"/>
            <a:ext cx="8962168" cy="10976993"/>
          </a:xfrm>
          <a:custGeom>
            <a:avLst/>
            <a:gdLst/>
            <a:ahLst/>
            <a:cxnLst/>
            <a:rect l="l" t="t" r="r" b="b"/>
            <a:pathLst>
              <a:path w="8962168" h="10976993">
                <a:moveTo>
                  <a:pt x="0" y="0"/>
                </a:moveTo>
                <a:lnTo>
                  <a:pt x="8962168" y="0"/>
                </a:lnTo>
                <a:lnTo>
                  <a:pt x="8962168" y="10976993"/>
                </a:lnTo>
                <a:lnTo>
                  <a:pt x="0" y="10976993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t="-2086" b="-2086"/>
            </a:stretch>
          </a:blipFill>
        </p:spPr>
      </p:sp>
      <p:sp>
        <p:nvSpPr>
          <p:cNvPr id="12" name="TextBox 12"/>
          <p:cNvSpPr txBox="1"/>
          <p:nvPr/>
        </p:nvSpPr>
        <p:spPr>
          <a:xfrm>
            <a:off x="11351479" y="7701978"/>
            <a:ext cx="5064071" cy="67424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5401"/>
              </a:lnSpc>
            </a:pPr>
            <a:r>
              <a:rPr lang="en-US" sz="3800" spc="428" dirty="0">
                <a:solidFill>
                  <a:srgbClr val="404040"/>
                </a:solidFill>
                <a:latin typeface="Yeseva One"/>
                <a:ea typeface="Yeseva One"/>
                <a:cs typeface="Yeseva One"/>
                <a:sym typeface="Yeseva One"/>
              </a:rPr>
              <a:t>Mateo 2, 2-12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10669391" y="9074258"/>
            <a:ext cx="6713906" cy="62644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5151"/>
              </a:lnSpc>
            </a:pPr>
            <a:r>
              <a:rPr lang="en-US" sz="3528" spc="409" dirty="0">
                <a:solidFill>
                  <a:srgbClr val="FFFFFF"/>
                </a:solidFill>
                <a:latin typeface="Yeseva One"/>
                <a:ea typeface="Yeseva One"/>
                <a:cs typeface="Yeseva One"/>
                <a:sym typeface="Yeseva One"/>
              </a:rPr>
              <a:t>January 04, 2026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9472574" y="1678432"/>
            <a:ext cx="8487242" cy="224586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9196"/>
              </a:lnSpc>
            </a:pPr>
            <a:r>
              <a:rPr lang="en-US" sz="5400" spc="717" dirty="0" err="1">
                <a:solidFill>
                  <a:srgbClr val="404040"/>
                </a:solidFill>
                <a:latin typeface="Yeseva One"/>
                <a:ea typeface="Yeseva One"/>
                <a:cs typeface="Yeseva One"/>
                <a:sym typeface="Yeseva One"/>
              </a:rPr>
              <a:t>Dakilang</a:t>
            </a:r>
            <a:r>
              <a:rPr lang="en-US" sz="5400" spc="717" dirty="0">
                <a:solidFill>
                  <a:srgbClr val="404040"/>
                </a:solidFill>
                <a:latin typeface="Yeseva One"/>
                <a:ea typeface="Yeseva One"/>
                <a:cs typeface="Yeseva One"/>
                <a:sym typeface="Yeseva One"/>
              </a:rPr>
              <a:t> </a:t>
            </a:r>
            <a:r>
              <a:rPr lang="en-US" sz="5400" spc="717" dirty="0" err="1">
                <a:solidFill>
                  <a:srgbClr val="404040"/>
                </a:solidFill>
                <a:latin typeface="Yeseva One"/>
                <a:ea typeface="Yeseva One"/>
                <a:cs typeface="Yeseva One"/>
                <a:sym typeface="Yeseva One"/>
              </a:rPr>
              <a:t>Kapistahan</a:t>
            </a:r>
            <a:r>
              <a:rPr lang="en-US" sz="5400" spc="717" dirty="0">
                <a:solidFill>
                  <a:srgbClr val="404040"/>
                </a:solidFill>
                <a:latin typeface="Yeseva One"/>
                <a:ea typeface="Yeseva One"/>
                <a:cs typeface="Yeseva One"/>
                <a:sym typeface="Yeseva One"/>
              </a:rPr>
              <a:t> ng 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9158748" y="4020781"/>
            <a:ext cx="8920763" cy="356111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9519"/>
              </a:lnSpc>
            </a:pPr>
            <a:r>
              <a:rPr lang="en-US" sz="6800" spc="808" dirty="0">
                <a:solidFill>
                  <a:srgbClr val="404040"/>
                </a:solidFill>
                <a:latin typeface="Bevan"/>
                <a:ea typeface="Bevan"/>
                <a:cs typeface="Bevan"/>
                <a:sym typeface="Bevan"/>
              </a:rPr>
              <a:t>PAGPAPAKITA NG PANGINOON</a:t>
            </a:r>
          </a:p>
        </p:txBody>
      </p:sp>
    </p:spTree>
    <p:extLst>
      <p:ext uri="{BB962C8B-B14F-4D97-AF65-F5344CB8AC3E}">
        <p14:creationId xmlns:p14="http://schemas.microsoft.com/office/powerpoint/2010/main" val="517810888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C13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1135771" y="2324100"/>
            <a:ext cx="16016411" cy="731596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6523"/>
              </a:lnSpc>
            </a:pPr>
            <a:r>
              <a:rPr lang="en-US" sz="10524" spc="1546">
                <a:solidFill>
                  <a:srgbClr val="404040"/>
                </a:solidFill>
                <a:latin typeface="Fredoka"/>
                <a:ea typeface="Fredoka"/>
                <a:cs typeface="Fredoka"/>
                <a:sym typeface="Fredoka"/>
              </a:rPr>
              <a:t>PAGPAPAHAYAG</a:t>
            </a:r>
          </a:p>
          <a:p>
            <a:pPr algn="ctr">
              <a:lnSpc>
                <a:spcPts val="16523"/>
              </a:lnSpc>
            </a:pPr>
            <a:r>
              <a:rPr lang="en-US" sz="10524" spc="1546">
                <a:solidFill>
                  <a:srgbClr val="404040"/>
                </a:solidFill>
                <a:latin typeface="Fredoka"/>
                <a:ea typeface="Fredoka"/>
                <a:cs typeface="Fredoka"/>
                <a:sym typeface="Fredoka"/>
              </a:rPr>
              <a:t> NG </a:t>
            </a:r>
          </a:p>
          <a:p>
            <a:pPr algn="ctr">
              <a:lnSpc>
                <a:spcPts val="16523"/>
              </a:lnSpc>
            </a:pPr>
            <a:r>
              <a:rPr lang="en-US" sz="10524" spc="1546">
                <a:solidFill>
                  <a:srgbClr val="404040"/>
                </a:solidFill>
                <a:latin typeface="Fredoka"/>
                <a:ea typeface="Fredoka"/>
                <a:cs typeface="Fredoka"/>
                <a:sym typeface="Fredoka"/>
              </a:rPr>
              <a:t>SALITA NG DIYOS</a:t>
            </a:r>
          </a:p>
        </p:txBody>
      </p:sp>
      <p:grpSp>
        <p:nvGrpSpPr>
          <p:cNvPr id="3" name="Group 3"/>
          <p:cNvGrpSpPr/>
          <p:nvPr/>
        </p:nvGrpSpPr>
        <p:grpSpPr>
          <a:xfrm>
            <a:off x="8153476" y="219151"/>
            <a:ext cx="1981009" cy="1981009"/>
            <a:chOff x="0" y="0"/>
            <a:chExt cx="2641346" cy="2641346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2641346" cy="2641346"/>
            </a:xfrm>
            <a:custGeom>
              <a:avLst/>
              <a:gdLst/>
              <a:ahLst/>
              <a:cxnLst/>
              <a:rect l="l" t="t" r="r" b="b"/>
              <a:pathLst>
                <a:path w="2641346" h="2641346">
                  <a:moveTo>
                    <a:pt x="0" y="0"/>
                  </a:moveTo>
                  <a:lnTo>
                    <a:pt x="2641346" y="0"/>
                  </a:lnTo>
                  <a:lnTo>
                    <a:pt x="2641346" y="2641346"/>
                  </a:lnTo>
                  <a:lnTo>
                    <a:pt x="0" y="264134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/>
              </a:stretch>
            </a:blipFill>
          </p:spPr>
        </p:sp>
      </p:grpSp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C13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-147590" y="-495300"/>
            <a:ext cx="18583180" cy="11041380"/>
            <a:chOff x="0" y="0"/>
            <a:chExt cx="24777573" cy="1472184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24777573" cy="14721839"/>
            </a:xfrm>
            <a:custGeom>
              <a:avLst/>
              <a:gdLst/>
              <a:ahLst/>
              <a:cxnLst/>
              <a:rect l="l" t="t" r="r" b="b"/>
              <a:pathLst>
                <a:path w="24777573" h="14721839">
                  <a:moveTo>
                    <a:pt x="0" y="0"/>
                  </a:moveTo>
                  <a:lnTo>
                    <a:pt x="24777573" y="0"/>
                  </a:lnTo>
                  <a:lnTo>
                    <a:pt x="24777573" y="14721839"/>
                  </a:lnTo>
                  <a:lnTo>
                    <a:pt x="0" y="1472183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t="-807" b="-807"/>
              </a:stretch>
            </a:blipFill>
          </p:spPr>
        </p:sp>
      </p:grpSp>
      <p:sp>
        <p:nvSpPr>
          <p:cNvPr id="4" name="Freeform 4"/>
          <p:cNvSpPr/>
          <p:nvPr/>
        </p:nvSpPr>
        <p:spPr>
          <a:xfrm>
            <a:off x="2286000" y="457867"/>
            <a:ext cx="13853560" cy="2458288"/>
          </a:xfrm>
          <a:custGeom>
            <a:avLst/>
            <a:gdLst/>
            <a:ahLst/>
            <a:cxnLst/>
            <a:rect l="l" t="t" r="r" b="b"/>
            <a:pathLst>
              <a:path w="13853560" h="2458288">
                <a:moveTo>
                  <a:pt x="0" y="0"/>
                </a:moveTo>
                <a:lnTo>
                  <a:pt x="13853560" y="0"/>
                </a:lnTo>
                <a:lnTo>
                  <a:pt x="13853560" y="2458288"/>
                </a:lnTo>
                <a:lnTo>
                  <a:pt x="0" y="2458288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t="-157" b="-157"/>
            </a:stretch>
          </a:blipFill>
        </p:spPr>
      </p:sp>
      <p:sp>
        <p:nvSpPr>
          <p:cNvPr id="5" name="TextBox 5"/>
          <p:cNvSpPr txBox="1"/>
          <p:nvPr/>
        </p:nvSpPr>
        <p:spPr>
          <a:xfrm>
            <a:off x="4800600" y="666750"/>
            <a:ext cx="8686800" cy="206711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0065"/>
              </a:lnSpc>
            </a:pPr>
            <a:r>
              <a:rPr lang="en-US" sz="5325" spc="781">
                <a:solidFill>
                  <a:srgbClr val="595959"/>
                </a:solidFill>
                <a:latin typeface="Yeseva One"/>
                <a:ea typeface="Yeseva One"/>
                <a:cs typeface="Yeseva One"/>
                <a:sym typeface="Yeseva One"/>
              </a:rPr>
              <a:t>UNANG PAGBASA</a:t>
            </a:r>
          </a:p>
          <a:p>
            <a:pPr algn="ctr">
              <a:lnSpc>
                <a:spcPts val="7062"/>
              </a:lnSpc>
            </a:pPr>
            <a:r>
              <a:rPr lang="en-US" sz="2825" spc="415">
                <a:solidFill>
                  <a:srgbClr val="595959"/>
                </a:solidFill>
                <a:latin typeface="Yeseva One"/>
                <a:ea typeface="Yeseva One"/>
                <a:cs typeface="Yeseva One"/>
                <a:sym typeface="Yeseva One"/>
              </a:rPr>
              <a:t>( Isaias 60, 1-6 )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583140" y="3530089"/>
            <a:ext cx="17259281" cy="312395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2674"/>
              </a:lnSpc>
            </a:pPr>
            <a:r>
              <a:rPr lang="en-US" sz="11799" spc="1443">
                <a:solidFill>
                  <a:srgbClr val="404040"/>
                </a:solidFill>
                <a:latin typeface="Fredoka"/>
                <a:ea typeface="Fredoka"/>
                <a:cs typeface="Fredoka"/>
                <a:sym typeface="Fredoka"/>
              </a:rPr>
              <a:t>MULA SA AKLAT NI PROPETA ISAIAS</a:t>
            </a:r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C13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1135790" y="3106293"/>
            <a:ext cx="16016411" cy="567153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5641"/>
              </a:lnSpc>
            </a:pPr>
            <a:r>
              <a:rPr lang="en-US" sz="14500" spc="1782">
                <a:solidFill>
                  <a:srgbClr val="404040"/>
                </a:solidFill>
                <a:latin typeface="Fredoka"/>
                <a:ea typeface="Fredoka"/>
                <a:cs typeface="Fredoka"/>
                <a:sym typeface="Fredoka"/>
              </a:rPr>
              <a:t>SALAMAT </a:t>
            </a:r>
          </a:p>
          <a:p>
            <a:pPr algn="ctr">
              <a:lnSpc>
                <a:spcPts val="15641"/>
              </a:lnSpc>
            </a:pPr>
            <a:r>
              <a:rPr lang="en-US" sz="14500" spc="1782">
                <a:solidFill>
                  <a:srgbClr val="404040"/>
                </a:solidFill>
                <a:latin typeface="Fredoka"/>
                <a:ea typeface="Fredoka"/>
                <a:cs typeface="Fredoka"/>
                <a:sym typeface="Fredoka"/>
              </a:rPr>
              <a:t>SA </a:t>
            </a:r>
          </a:p>
          <a:p>
            <a:pPr algn="ctr">
              <a:lnSpc>
                <a:spcPts val="15641"/>
              </a:lnSpc>
            </a:pPr>
            <a:r>
              <a:rPr lang="en-US" sz="14500" spc="1782">
                <a:solidFill>
                  <a:srgbClr val="404040"/>
                </a:solidFill>
                <a:latin typeface="Fredoka"/>
                <a:ea typeface="Fredoka"/>
                <a:cs typeface="Fredoka"/>
                <a:sym typeface="Fredoka"/>
              </a:rPr>
              <a:t>DIYOS</a:t>
            </a:r>
          </a:p>
        </p:txBody>
      </p:sp>
      <p:grpSp>
        <p:nvGrpSpPr>
          <p:cNvPr id="3" name="Group 3"/>
          <p:cNvGrpSpPr/>
          <p:nvPr/>
        </p:nvGrpSpPr>
        <p:grpSpPr>
          <a:xfrm>
            <a:off x="8153476" y="219151"/>
            <a:ext cx="1981009" cy="1981009"/>
            <a:chOff x="0" y="0"/>
            <a:chExt cx="2641346" cy="2641346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2641346" cy="2641346"/>
            </a:xfrm>
            <a:custGeom>
              <a:avLst/>
              <a:gdLst/>
              <a:ahLst/>
              <a:cxnLst/>
              <a:rect l="l" t="t" r="r" b="b"/>
              <a:pathLst>
                <a:path w="2641346" h="2641346">
                  <a:moveTo>
                    <a:pt x="0" y="0"/>
                  </a:moveTo>
                  <a:lnTo>
                    <a:pt x="2641346" y="0"/>
                  </a:lnTo>
                  <a:lnTo>
                    <a:pt x="2641346" y="2641346"/>
                  </a:lnTo>
                  <a:lnTo>
                    <a:pt x="0" y="264134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/>
              </a:stretch>
            </a:blipFill>
          </p:spPr>
        </p:sp>
      </p:grpSp>
    </p:spTree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C13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224723" y="2702147"/>
            <a:ext cx="17838553" cy="632468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7071"/>
              </a:lnSpc>
            </a:pPr>
            <a:r>
              <a:rPr lang="en-US" sz="9800" spc="1204" dirty="0">
                <a:solidFill>
                  <a:srgbClr val="404040"/>
                </a:solidFill>
                <a:latin typeface="Fredoka"/>
                <a:ea typeface="Fredoka"/>
                <a:cs typeface="Fredoka"/>
                <a:sym typeface="Fredoka"/>
              </a:rPr>
              <a:t>POON, MAGLILIKOD SA’YO, TANANG BANSA NITONG MUNDO.</a:t>
            </a:r>
          </a:p>
        </p:txBody>
      </p:sp>
      <p:sp>
        <p:nvSpPr>
          <p:cNvPr id="3" name="Freeform 3"/>
          <p:cNvSpPr/>
          <p:nvPr/>
        </p:nvSpPr>
        <p:spPr>
          <a:xfrm>
            <a:off x="2257739" y="302762"/>
            <a:ext cx="13853560" cy="2458288"/>
          </a:xfrm>
          <a:custGeom>
            <a:avLst/>
            <a:gdLst/>
            <a:ahLst/>
            <a:cxnLst/>
            <a:rect l="l" t="t" r="r" b="b"/>
            <a:pathLst>
              <a:path w="13853560" h="2458288">
                <a:moveTo>
                  <a:pt x="0" y="0"/>
                </a:moveTo>
                <a:lnTo>
                  <a:pt x="13853560" y="0"/>
                </a:lnTo>
                <a:lnTo>
                  <a:pt x="13853560" y="2458288"/>
                </a:lnTo>
                <a:lnTo>
                  <a:pt x="0" y="2458288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t="-157" b="-157"/>
            </a:stretch>
          </a:blipFill>
        </p:spPr>
      </p:sp>
      <p:sp>
        <p:nvSpPr>
          <p:cNvPr id="4" name="TextBox 4"/>
          <p:cNvSpPr txBox="1"/>
          <p:nvPr/>
        </p:nvSpPr>
        <p:spPr>
          <a:xfrm>
            <a:off x="1028700" y="676275"/>
            <a:ext cx="16016411" cy="189932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9876"/>
              </a:lnSpc>
            </a:pPr>
            <a:r>
              <a:rPr lang="en-US" sz="5224" spc="765">
                <a:solidFill>
                  <a:srgbClr val="595959"/>
                </a:solidFill>
                <a:latin typeface="Yeseva One"/>
                <a:ea typeface="Yeseva One"/>
                <a:cs typeface="Yeseva One"/>
                <a:sym typeface="Yeseva One"/>
              </a:rPr>
              <a:t>SALMONG TUGUNAN:</a:t>
            </a:r>
          </a:p>
          <a:p>
            <a:pPr algn="ctr">
              <a:lnSpc>
                <a:spcPts val="5151"/>
              </a:lnSpc>
            </a:pPr>
            <a:r>
              <a:rPr lang="en-US" sz="2724" spc="397">
                <a:solidFill>
                  <a:srgbClr val="595959"/>
                </a:solidFill>
                <a:latin typeface="Yeseva One"/>
                <a:ea typeface="Yeseva One"/>
                <a:cs typeface="Yeseva One"/>
                <a:sym typeface="Yeseva One"/>
              </a:rPr>
              <a:t>( Salmo 71,  2. 7-8. 10-11. 12-13)</a:t>
            </a:r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C13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-147590" y="-495300"/>
            <a:ext cx="18583180" cy="11041380"/>
            <a:chOff x="0" y="0"/>
            <a:chExt cx="24777573" cy="1472184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24777573" cy="14721839"/>
            </a:xfrm>
            <a:custGeom>
              <a:avLst/>
              <a:gdLst/>
              <a:ahLst/>
              <a:cxnLst/>
              <a:rect l="l" t="t" r="r" b="b"/>
              <a:pathLst>
                <a:path w="24777573" h="14721839">
                  <a:moveTo>
                    <a:pt x="0" y="0"/>
                  </a:moveTo>
                  <a:lnTo>
                    <a:pt x="24777573" y="0"/>
                  </a:lnTo>
                  <a:lnTo>
                    <a:pt x="24777573" y="14721839"/>
                  </a:lnTo>
                  <a:lnTo>
                    <a:pt x="0" y="1472183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t="-807" b="-807"/>
              </a:stretch>
            </a:blipFill>
          </p:spPr>
        </p:sp>
      </p:grpSp>
      <p:sp>
        <p:nvSpPr>
          <p:cNvPr id="4" name="Freeform 4"/>
          <p:cNvSpPr/>
          <p:nvPr/>
        </p:nvSpPr>
        <p:spPr>
          <a:xfrm>
            <a:off x="2286000" y="457867"/>
            <a:ext cx="13853560" cy="2458288"/>
          </a:xfrm>
          <a:custGeom>
            <a:avLst/>
            <a:gdLst/>
            <a:ahLst/>
            <a:cxnLst/>
            <a:rect l="l" t="t" r="r" b="b"/>
            <a:pathLst>
              <a:path w="13853560" h="2458288">
                <a:moveTo>
                  <a:pt x="0" y="0"/>
                </a:moveTo>
                <a:lnTo>
                  <a:pt x="13853560" y="0"/>
                </a:lnTo>
                <a:lnTo>
                  <a:pt x="13853560" y="2458288"/>
                </a:lnTo>
                <a:lnTo>
                  <a:pt x="0" y="2458288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t="-157" b="-157"/>
            </a:stretch>
          </a:blipFill>
        </p:spPr>
      </p:sp>
      <p:sp>
        <p:nvSpPr>
          <p:cNvPr id="5" name="TextBox 5"/>
          <p:cNvSpPr txBox="1"/>
          <p:nvPr/>
        </p:nvSpPr>
        <p:spPr>
          <a:xfrm>
            <a:off x="2765502" y="666750"/>
            <a:ext cx="12756995" cy="206711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0065"/>
              </a:lnSpc>
            </a:pPr>
            <a:r>
              <a:rPr lang="en-US" sz="5325" spc="781">
                <a:solidFill>
                  <a:srgbClr val="595959"/>
                </a:solidFill>
                <a:latin typeface="Yeseva One"/>
                <a:ea typeface="Yeseva One"/>
                <a:cs typeface="Yeseva One"/>
                <a:sym typeface="Yeseva One"/>
              </a:rPr>
              <a:t>IKALAWANG PAGBASA </a:t>
            </a:r>
          </a:p>
          <a:p>
            <a:pPr algn="ctr">
              <a:lnSpc>
                <a:spcPts val="7062"/>
              </a:lnSpc>
            </a:pPr>
            <a:r>
              <a:rPr lang="en-US" sz="2825" spc="415">
                <a:solidFill>
                  <a:srgbClr val="595959"/>
                </a:solidFill>
                <a:latin typeface="Yeseva One"/>
                <a:ea typeface="Yeseva One"/>
                <a:cs typeface="Yeseva One"/>
                <a:sym typeface="Yeseva One"/>
              </a:rPr>
              <a:t>( Efeso 3, 2-3a.5-6 )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583140" y="3530089"/>
            <a:ext cx="17259281" cy="325562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2674"/>
              </a:lnSpc>
            </a:pPr>
            <a:r>
              <a:rPr lang="en-US" sz="11799" spc="1443">
                <a:solidFill>
                  <a:srgbClr val="404040"/>
                </a:solidFill>
                <a:latin typeface="Fredoka"/>
                <a:ea typeface="Fredoka"/>
                <a:cs typeface="Fredoka"/>
                <a:sym typeface="Fredoka"/>
              </a:rPr>
              <a:t>MULA SA AKLAT NG EFESO</a:t>
            </a:r>
          </a:p>
        </p:txBody>
      </p:sp>
    </p:spTree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C13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1135790" y="3106293"/>
            <a:ext cx="16016411" cy="567153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5641"/>
              </a:lnSpc>
            </a:pPr>
            <a:r>
              <a:rPr lang="en-US" sz="14500" spc="1782">
                <a:solidFill>
                  <a:srgbClr val="404040"/>
                </a:solidFill>
                <a:latin typeface="Fredoka"/>
                <a:ea typeface="Fredoka"/>
                <a:cs typeface="Fredoka"/>
                <a:sym typeface="Fredoka"/>
              </a:rPr>
              <a:t>SALAMAT </a:t>
            </a:r>
          </a:p>
          <a:p>
            <a:pPr algn="ctr">
              <a:lnSpc>
                <a:spcPts val="15641"/>
              </a:lnSpc>
            </a:pPr>
            <a:r>
              <a:rPr lang="en-US" sz="14500" spc="1782">
                <a:solidFill>
                  <a:srgbClr val="404040"/>
                </a:solidFill>
                <a:latin typeface="Fredoka"/>
                <a:ea typeface="Fredoka"/>
                <a:cs typeface="Fredoka"/>
                <a:sym typeface="Fredoka"/>
              </a:rPr>
              <a:t>SA </a:t>
            </a:r>
          </a:p>
          <a:p>
            <a:pPr algn="ctr">
              <a:lnSpc>
                <a:spcPts val="15641"/>
              </a:lnSpc>
            </a:pPr>
            <a:r>
              <a:rPr lang="en-US" sz="14500" spc="1782">
                <a:solidFill>
                  <a:srgbClr val="404040"/>
                </a:solidFill>
                <a:latin typeface="Fredoka"/>
                <a:ea typeface="Fredoka"/>
                <a:cs typeface="Fredoka"/>
                <a:sym typeface="Fredoka"/>
              </a:rPr>
              <a:t>DIYOS</a:t>
            </a:r>
          </a:p>
        </p:txBody>
      </p:sp>
      <p:grpSp>
        <p:nvGrpSpPr>
          <p:cNvPr id="3" name="Group 3"/>
          <p:cNvGrpSpPr/>
          <p:nvPr/>
        </p:nvGrpSpPr>
        <p:grpSpPr>
          <a:xfrm>
            <a:off x="8153476" y="219151"/>
            <a:ext cx="1981009" cy="1981009"/>
            <a:chOff x="0" y="0"/>
            <a:chExt cx="2641346" cy="2641346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2641346" cy="2641346"/>
            </a:xfrm>
            <a:custGeom>
              <a:avLst/>
              <a:gdLst/>
              <a:ahLst/>
              <a:cxnLst/>
              <a:rect l="l" t="t" r="r" b="b"/>
              <a:pathLst>
                <a:path w="2641346" h="2641346">
                  <a:moveTo>
                    <a:pt x="0" y="0"/>
                  </a:moveTo>
                  <a:lnTo>
                    <a:pt x="2641346" y="0"/>
                  </a:lnTo>
                  <a:lnTo>
                    <a:pt x="2641346" y="2641346"/>
                  </a:lnTo>
                  <a:lnTo>
                    <a:pt x="0" y="264134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/>
              </a:stretch>
            </a:blipFill>
          </p:spPr>
        </p:sp>
      </p:grpSp>
    </p:spTree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C13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13008597" y="319192"/>
            <a:ext cx="1749809" cy="1559185"/>
            <a:chOff x="0" y="0"/>
            <a:chExt cx="2333079" cy="2078914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2333117" cy="2078863"/>
            </a:xfrm>
            <a:custGeom>
              <a:avLst/>
              <a:gdLst/>
              <a:ahLst/>
              <a:cxnLst/>
              <a:rect l="l" t="t" r="r" b="b"/>
              <a:pathLst>
                <a:path w="2333117" h="2078863">
                  <a:moveTo>
                    <a:pt x="0" y="0"/>
                  </a:moveTo>
                  <a:lnTo>
                    <a:pt x="2333117" y="0"/>
                  </a:lnTo>
                  <a:lnTo>
                    <a:pt x="2333117" y="2078863"/>
                  </a:lnTo>
                  <a:lnTo>
                    <a:pt x="0" y="207886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t="-6112" r="1" b="-6115"/>
              </a:stretch>
            </a:blipFill>
          </p:spPr>
        </p:sp>
      </p:grpSp>
      <p:grpSp>
        <p:nvGrpSpPr>
          <p:cNvPr id="4" name="Group 4"/>
          <p:cNvGrpSpPr/>
          <p:nvPr/>
        </p:nvGrpSpPr>
        <p:grpSpPr>
          <a:xfrm>
            <a:off x="16535400" y="8039100"/>
            <a:ext cx="2239232" cy="57150"/>
            <a:chOff x="0" y="0"/>
            <a:chExt cx="2985643" cy="76200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2985643" cy="76200"/>
            </a:xfrm>
            <a:custGeom>
              <a:avLst/>
              <a:gdLst/>
              <a:ahLst/>
              <a:cxnLst/>
              <a:rect l="l" t="t" r="r" b="b"/>
              <a:pathLst>
                <a:path w="2985643" h="76200">
                  <a:moveTo>
                    <a:pt x="0" y="25400"/>
                  </a:moveTo>
                  <a:lnTo>
                    <a:pt x="2985262" y="0"/>
                  </a:lnTo>
                  <a:lnTo>
                    <a:pt x="2985643" y="50800"/>
                  </a:lnTo>
                  <a:lnTo>
                    <a:pt x="508" y="76200"/>
                  </a:lnTo>
                  <a:close/>
                </a:path>
              </a:pathLst>
            </a:custGeom>
            <a:solidFill>
              <a:srgbClr val="FFFFFF"/>
            </a:solidFill>
            <a:ln w="12700">
              <a:solidFill>
                <a:srgbClr val="000000"/>
              </a:solidFill>
            </a:ln>
          </p:spPr>
        </p:sp>
      </p:grpSp>
      <p:grpSp>
        <p:nvGrpSpPr>
          <p:cNvPr id="6" name="Group 6"/>
          <p:cNvGrpSpPr/>
          <p:nvPr/>
        </p:nvGrpSpPr>
        <p:grpSpPr>
          <a:xfrm>
            <a:off x="8962168" y="8069990"/>
            <a:ext cx="2239232" cy="57150"/>
            <a:chOff x="0" y="0"/>
            <a:chExt cx="2985643" cy="76200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2985643" cy="76200"/>
            </a:xfrm>
            <a:custGeom>
              <a:avLst/>
              <a:gdLst/>
              <a:ahLst/>
              <a:cxnLst/>
              <a:rect l="l" t="t" r="r" b="b"/>
              <a:pathLst>
                <a:path w="2985643" h="76200">
                  <a:moveTo>
                    <a:pt x="0" y="25400"/>
                  </a:moveTo>
                  <a:lnTo>
                    <a:pt x="2985262" y="0"/>
                  </a:lnTo>
                  <a:lnTo>
                    <a:pt x="2985643" y="50800"/>
                  </a:lnTo>
                  <a:lnTo>
                    <a:pt x="508" y="76200"/>
                  </a:lnTo>
                  <a:close/>
                </a:path>
              </a:pathLst>
            </a:custGeom>
            <a:solidFill>
              <a:srgbClr val="FFFFFF"/>
            </a:solidFill>
            <a:ln w="12700">
              <a:solidFill>
                <a:srgbClr val="000000"/>
              </a:solidFill>
            </a:ln>
          </p:spPr>
        </p:sp>
      </p:grpSp>
      <p:grpSp>
        <p:nvGrpSpPr>
          <p:cNvPr id="8" name="Group 8"/>
          <p:cNvGrpSpPr/>
          <p:nvPr/>
        </p:nvGrpSpPr>
        <p:grpSpPr>
          <a:xfrm>
            <a:off x="10596582" y="8978570"/>
            <a:ext cx="6856286" cy="814578"/>
            <a:chOff x="0" y="0"/>
            <a:chExt cx="9141714" cy="1086104"/>
          </a:xfrm>
        </p:grpSpPr>
        <p:sp>
          <p:nvSpPr>
            <p:cNvPr id="9" name="Freeform 9"/>
            <p:cNvSpPr/>
            <p:nvPr/>
          </p:nvSpPr>
          <p:spPr>
            <a:xfrm>
              <a:off x="8509" y="8509"/>
              <a:ext cx="9129014" cy="1073404"/>
            </a:xfrm>
            <a:custGeom>
              <a:avLst/>
              <a:gdLst/>
              <a:ahLst/>
              <a:cxnLst/>
              <a:rect l="l" t="t" r="r" b="b"/>
              <a:pathLst>
                <a:path w="9129014" h="1073404">
                  <a:moveTo>
                    <a:pt x="0" y="0"/>
                  </a:moveTo>
                  <a:lnTo>
                    <a:pt x="9129014" y="0"/>
                  </a:lnTo>
                  <a:lnTo>
                    <a:pt x="9129014" y="1073404"/>
                  </a:lnTo>
                  <a:lnTo>
                    <a:pt x="0" y="1073404"/>
                  </a:lnTo>
                  <a:close/>
                </a:path>
              </a:pathLst>
            </a:custGeom>
            <a:solidFill>
              <a:srgbClr val="352C2F"/>
            </a:solidFill>
            <a:ln w="12700">
              <a:solidFill>
                <a:srgbClr val="000000"/>
              </a:solidFill>
            </a:ln>
          </p:spPr>
        </p:sp>
        <p:sp>
          <p:nvSpPr>
            <p:cNvPr id="10" name="Freeform 10"/>
            <p:cNvSpPr/>
            <p:nvPr/>
          </p:nvSpPr>
          <p:spPr>
            <a:xfrm>
              <a:off x="0" y="0"/>
              <a:ext cx="9146032" cy="1090422"/>
            </a:xfrm>
            <a:custGeom>
              <a:avLst/>
              <a:gdLst/>
              <a:ahLst/>
              <a:cxnLst/>
              <a:rect l="l" t="t" r="r" b="b"/>
              <a:pathLst>
                <a:path w="9146032" h="1090422">
                  <a:moveTo>
                    <a:pt x="8509" y="0"/>
                  </a:moveTo>
                  <a:lnTo>
                    <a:pt x="9137523" y="0"/>
                  </a:lnTo>
                  <a:cubicBezTo>
                    <a:pt x="9142222" y="0"/>
                    <a:pt x="9146032" y="3810"/>
                    <a:pt x="9146032" y="8509"/>
                  </a:cubicBezTo>
                  <a:lnTo>
                    <a:pt x="9146032" y="1081913"/>
                  </a:lnTo>
                  <a:cubicBezTo>
                    <a:pt x="9146032" y="1086612"/>
                    <a:pt x="9142222" y="1090422"/>
                    <a:pt x="9137523" y="1090422"/>
                  </a:cubicBezTo>
                  <a:lnTo>
                    <a:pt x="8509" y="1090422"/>
                  </a:lnTo>
                  <a:cubicBezTo>
                    <a:pt x="3810" y="1090422"/>
                    <a:pt x="0" y="1086612"/>
                    <a:pt x="0" y="1081913"/>
                  </a:cubicBezTo>
                  <a:lnTo>
                    <a:pt x="0" y="8509"/>
                  </a:lnTo>
                  <a:cubicBezTo>
                    <a:pt x="0" y="3810"/>
                    <a:pt x="3810" y="0"/>
                    <a:pt x="8509" y="0"/>
                  </a:cubicBezTo>
                  <a:moveTo>
                    <a:pt x="8509" y="16891"/>
                  </a:moveTo>
                  <a:lnTo>
                    <a:pt x="8509" y="8509"/>
                  </a:lnTo>
                  <a:lnTo>
                    <a:pt x="17018" y="8509"/>
                  </a:lnTo>
                  <a:lnTo>
                    <a:pt x="17018" y="1081913"/>
                  </a:lnTo>
                  <a:lnTo>
                    <a:pt x="8509" y="1081913"/>
                  </a:lnTo>
                  <a:lnTo>
                    <a:pt x="8509" y="1073404"/>
                  </a:lnTo>
                  <a:lnTo>
                    <a:pt x="9137523" y="1073404"/>
                  </a:lnTo>
                  <a:lnTo>
                    <a:pt x="9137523" y="1081913"/>
                  </a:lnTo>
                  <a:lnTo>
                    <a:pt x="9129014" y="1081913"/>
                  </a:lnTo>
                  <a:lnTo>
                    <a:pt x="9129014" y="8509"/>
                  </a:lnTo>
                  <a:lnTo>
                    <a:pt x="9137523" y="8509"/>
                  </a:lnTo>
                  <a:lnTo>
                    <a:pt x="9137523" y="17018"/>
                  </a:lnTo>
                  <a:lnTo>
                    <a:pt x="8509" y="17018"/>
                  </a:lnTo>
                  <a:close/>
                </a:path>
              </a:pathLst>
            </a:custGeom>
            <a:solidFill>
              <a:srgbClr val="000000"/>
            </a:solidFill>
            <a:ln w="12700">
              <a:solidFill>
                <a:srgbClr val="000000"/>
              </a:solidFill>
            </a:ln>
          </p:spPr>
        </p:sp>
      </p:grpSp>
      <p:sp>
        <p:nvSpPr>
          <p:cNvPr id="11" name="Freeform 11"/>
          <p:cNvSpPr/>
          <p:nvPr/>
        </p:nvSpPr>
        <p:spPr>
          <a:xfrm>
            <a:off x="0" y="0"/>
            <a:ext cx="8962168" cy="10976993"/>
          </a:xfrm>
          <a:custGeom>
            <a:avLst/>
            <a:gdLst/>
            <a:ahLst/>
            <a:cxnLst/>
            <a:rect l="l" t="t" r="r" b="b"/>
            <a:pathLst>
              <a:path w="8962168" h="10976993">
                <a:moveTo>
                  <a:pt x="0" y="0"/>
                </a:moveTo>
                <a:lnTo>
                  <a:pt x="8962168" y="0"/>
                </a:lnTo>
                <a:lnTo>
                  <a:pt x="8962168" y="10976993"/>
                </a:lnTo>
                <a:lnTo>
                  <a:pt x="0" y="10976993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t="-2086" b="-2086"/>
            </a:stretch>
          </a:blipFill>
        </p:spPr>
      </p:sp>
      <p:sp>
        <p:nvSpPr>
          <p:cNvPr id="12" name="TextBox 12"/>
          <p:cNvSpPr txBox="1"/>
          <p:nvPr/>
        </p:nvSpPr>
        <p:spPr>
          <a:xfrm>
            <a:off x="11351479" y="7701978"/>
            <a:ext cx="5064071" cy="67424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5401"/>
              </a:lnSpc>
            </a:pPr>
            <a:r>
              <a:rPr lang="en-US" sz="3800" spc="428" dirty="0">
                <a:solidFill>
                  <a:srgbClr val="404040"/>
                </a:solidFill>
                <a:latin typeface="Yeseva One"/>
                <a:ea typeface="Yeseva One"/>
                <a:cs typeface="Yeseva One"/>
                <a:sym typeface="Yeseva One"/>
              </a:rPr>
              <a:t>Mateo 2, 2-12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10669391" y="9074258"/>
            <a:ext cx="6713906" cy="62644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5151"/>
              </a:lnSpc>
            </a:pPr>
            <a:r>
              <a:rPr lang="en-US" sz="3528" spc="409" dirty="0">
                <a:solidFill>
                  <a:srgbClr val="FFFFFF"/>
                </a:solidFill>
                <a:latin typeface="Yeseva One"/>
                <a:ea typeface="Yeseva One"/>
                <a:cs typeface="Yeseva One"/>
                <a:sym typeface="Yeseva One"/>
              </a:rPr>
              <a:t>January 04, 2026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9472574" y="1678432"/>
            <a:ext cx="8487242" cy="224586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9196"/>
              </a:lnSpc>
            </a:pPr>
            <a:r>
              <a:rPr lang="en-US" sz="5400" spc="717" dirty="0" err="1">
                <a:solidFill>
                  <a:srgbClr val="404040"/>
                </a:solidFill>
                <a:latin typeface="Yeseva One"/>
                <a:ea typeface="Yeseva One"/>
                <a:cs typeface="Yeseva One"/>
                <a:sym typeface="Yeseva One"/>
              </a:rPr>
              <a:t>Dakilang</a:t>
            </a:r>
            <a:r>
              <a:rPr lang="en-US" sz="5400" spc="717" dirty="0">
                <a:solidFill>
                  <a:srgbClr val="404040"/>
                </a:solidFill>
                <a:latin typeface="Yeseva One"/>
                <a:ea typeface="Yeseva One"/>
                <a:cs typeface="Yeseva One"/>
                <a:sym typeface="Yeseva One"/>
              </a:rPr>
              <a:t> </a:t>
            </a:r>
            <a:r>
              <a:rPr lang="en-US" sz="5400" spc="717" dirty="0" err="1">
                <a:solidFill>
                  <a:srgbClr val="404040"/>
                </a:solidFill>
                <a:latin typeface="Yeseva One"/>
                <a:ea typeface="Yeseva One"/>
                <a:cs typeface="Yeseva One"/>
                <a:sym typeface="Yeseva One"/>
              </a:rPr>
              <a:t>Kapistahan</a:t>
            </a:r>
            <a:r>
              <a:rPr lang="en-US" sz="5400" spc="717" dirty="0">
                <a:solidFill>
                  <a:srgbClr val="404040"/>
                </a:solidFill>
                <a:latin typeface="Yeseva One"/>
                <a:ea typeface="Yeseva One"/>
                <a:cs typeface="Yeseva One"/>
                <a:sym typeface="Yeseva One"/>
              </a:rPr>
              <a:t> ng 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9158748" y="4020781"/>
            <a:ext cx="8920763" cy="356111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9519"/>
              </a:lnSpc>
            </a:pPr>
            <a:r>
              <a:rPr lang="en-US" sz="6800" spc="808" dirty="0">
                <a:solidFill>
                  <a:srgbClr val="404040"/>
                </a:solidFill>
                <a:latin typeface="Bevan"/>
                <a:ea typeface="Bevan"/>
                <a:cs typeface="Bevan"/>
                <a:sym typeface="Bevan"/>
              </a:rPr>
              <a:t>PAGPAPAKITA NG PANGINOON</a:t>
            </a:r>
          </a:p>
        </p:txBody>
      </p:sp>
    </p:spTree>
    <p:extLst>
      <p:ext uri="{BB962C8B-B14F-4D97-AF65-F5344CB8AC3E}">
        <p14:creationId xmlns:p14="http://schemas.microsoft.com/office/powerpoint/2010/main" val="838799708"/>
      </p:ext>
    </p:extLst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C13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1028671" y="1066800"/>
            <a:ext cx="16230600" cy="902525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6852"/>
              </a:lnSpc>
            </a:pPr>
            <a:r>
              <a:rPr lang="en-US" sz="8341" spc="1225">
                <a:solidFill>
                  <a:srgbClr val="404040"/>
                </a:solidFill>
                <a:latin typeface="Fredoka"/>
                <a:ea typeface="Fredoka"/>
                <a:cs typeface="Fredoka"/>
                <a:sym typeface="Fredoka"/>
              </a:rPr>
              <a:t>HANAPIN MO ANG KAHARIAN NG DIYOS,</a:t>
            </a:r>
          </a:p>
          <a:p>
            <a:pPr algn="ctr">
              <a:lnSpc>
                <a:spcPts val="16852"/>
              </a:lnSpc>
            </a:pPr>
            <a:r>
              <a:rPr lang="en-US" sz="8341" spc="1225">
                <a:solidFill>
                  <a:srgbClr val="404040"/>
                </a:solidFill>
                <a:latin typeface="Fredoka"/>
                <a:ea typeface="Fredoka"/>
                <a:cs typeface="Fredoka"/>
                <a:sym typeface="Fredoka"/>
              </a:rPr>
              <a:t>AT ANG KANIYANG KALOOBAN,</a:t>
            </a:r>
          </a:p>
        </p:txBody>
      </p:sp>
      <p:sp>
        <p:nvSpPr>
          <p:cNvPr id="3" name="TextBox 3"/>
          <p:cNvSpPr txBox="1"/>
          <p:nvPr/>
        </p:nvSpPr>
        <p:spPr>
          <a:xfrm>
            <a:off x="665359" y="262957"/>
            <a:ext cx="2507933" cy="107429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5986"/>
              </a:lnSpc>
            </a:pPr>
            <a:r>
              <a:rPr lang="en-US" sz="4100" spc="475">
                <a:solidFill>
                  <a:srgbClr val="404040"/>
                </a:solidFill>
                <a:latin typeface="Yeseva One"/>
                <a:ea typeface="Yeseva One"/>
                <a:cs typeface="Yeseva One"/>
                <a:sym typeface="Yeseva One"/>
              </a:rPr>
              <a:t>Alleluia </a:t>
            </a:r>
          </a:p>
        </p:txBody>
      </p:sp>
      <p:grpSp>
        <p:nvGrpSpPr>
          <p:cNvPr id="4" name="Group 4"/>
          <p:cNvGrpSpPr/>
          <p:nvPr/>
        </p:nvGrpSpPr>
        <p:grpSpPr>
          <a:xfrm>
            <a:off x="8153476" y="57760"/>
            <a:ext cx="1981009" cy="1981009"/>
            <a:chOff x="0" y="0"/>
            <a:chExt cx="2641346" cy="2641346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2641346" cy="2641346"/>
            </a:xfrm>
            <a:custGeom>
              <a:avLst/>
              <a:gdLst/>
              <a:ahLst/>
              <a:cxnLst/>
              <a:rect l="l" t="t" r="r" b="b"/>
              <a:pathLst>
                <a:path w="2641346" h="2641346">
                  <a:moveTo>
                    <a:pt x="0" y="0"/>
                  </a:moveTo>
                  <a:lnTo>
                    <a:pt x="2641346" y="0"/>
                  </a:lnTo>
                  <a:lnTo>
                    <a:pt x="2641346" y="2641346"/>
                  </a:lnTo>
                  <a:lnTo>
                    <a:pt x="0" y="264134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/>
              </a:stretch>
            </a:blipFill>
          </p:spPr>
        </p:sp>
      </p:grpSp>
    </p:spTree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C13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647529" y="1838325"/>
            <a:ext cx="16992895" cy="754840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7429"/>
              </a:lnSpc>
            </a:pPr>
            <a:r>
              <a:rPr lang="en-US" sz="9600" spc="1341">
                <a:solidFill>
                  <a:srgbClr val="404040"/>
                </a:solidFill>
                <a:latin typeface="Fredoka"/>
                <a:ea typeface="Fredoka"/>
                <a:cs typeface="Fredoka"/>
                <a:sym typeface="Fredoka"/>
              </a:rPr>
              <a:t>AT ANG LAHAT AY IBIBIGAY SAYO,</a:t>
            </a:r>
          </a:p>
          <a:p>
            <a:pPr algn="ctr">
              <a:lnSpc>
                <a:spcPts val="17429"/>
              </a:lnSpc>
            </a:pPr>
            <a:r>
              <a:rPr lang="en-US" sz="9600" spc="1341">
                <a:solidFill>
                  <a:srgbClr val="404040"/>
                </a:solidFill>
                <a:latin typeface="Fredoka"/>
                <a:ea typeface="Fredoka"/>
                <a:cs typeface="Fredoka"/>
                <a:sym typeface="Fredoka"/>
              </a:rPr>
              <a:t>ALLELU- , ALLELUIA.</a:t>
            </a:r>
          </a:p>
        </p:txBody>
      </p:sp>
      <p:grpSp>
        <p:nvGrpSpPr>
          <p:cNvPr id="3" name="Group 3"/>
          <p:cNvGrpSpPr/>
          <p:nvPr/>
        </p:nvGrpSpPr>
        <p:grpSpPr>
          <a:xfrm>
            <a:off x="8153476" y="219151"/>
            <a:ext cx="1981009" cy="1981009"/>
            <a:chOff x="0" y="0"/>
            <a:chExt cx="2641346" cy="2641346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2641346" cy="2641346"/>
            </a:xfrm>
            <a:custGeom>
              <a:avLst/>
              <a:gdLst/>
              <a:ahLst/>
              <a:cxnLst/>
              <a:rect l="l" t="t" r="r" b="b"/>
              <a:pathLst>
                <a:path w="2641346" h="2641346">
                  <a:moveTo>
                    <a:pt x="0" y="0"/>
                  </a:moveTo>
                  <a:lnTo>
                    <a:pt x="2641346" y="0"/>
                  </a:lnTo>
                  <a:lnTo>
                    <a:pt x="2641346" y="2641346"/>
                  </a:lnTo>
                  <a:lnTo>
                    <a:pt x="0" y="264134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/>
              </a:stretch>
            </a:blipFill>
          </p:spPr>
        </p:sp>
      </p:grpSp>
    </p:spTree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C13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13008597" y="319192"/>
            <a:ext cx="1749809" cy="1559185"/>
            <a:chOff x="0" y="0"/>
            <a:chExt cx="2333079" cy="2078914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2333117" cy="2078863"/>
            </a:xfrm>
            <a:custGeom>
              <a:avLst/>
              <a:gdLst/>
              <a:ahLst/>
              <a:cxnLst/>
              <a:rect l="l" t="t" r="r" b="b"/>
              <a:pathLst>
                <a:path w="2333117" h="2078863">
                  <a:moveTo>
                    <a:pt x="0" y="0"/>
                  </a:moveTo>
                  <a:lnTo>
                    <a:pt x="2333117" y="0"/>
                  </a:lnTo>
                  <a:lnTo>
                    <a:pt x="2333117" y="2078863"/>
                  </a:lnTo>
                  <a:lnTo>
                    <a:pt x="0" y="207886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t="-6112" r="1" b="-6115"/>
              </a:stretch>
            </a:blipFill>
          </p:spPr>
        </p:sp>
      </p:grpSp>
      <p:grpSp>
        <p:nvGrpSpPr>
          <p:cNvPr id="4" name="Group 4"/>
          <p:cNvGrpSpPr/>
          <p:nvPr/>
        </p:nvGrpSpPr>
        <p:grpSpPr>
          <a:xfrm>
            <a:off x="16535400" y="8039100"/>
            <a:ext cx="2239232" cy="57150"/>
            <a:chOff x="0" y="0"/>
            <a:chExt cx="2985643" cy="76200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2985643" cy="76200"/>
            </a:xfrm>
            <a:custGeom>
              <a:avLst/>
              <a:gdLst/>
              <a:ahLst/>
              <a:cxnLst/>
              <a:rect l="l" t="t" r="r" b="b"/>
              <a:pathLst>
                <a:path w="2985643" h="76200">
                  <a:moveTo>
                    <a:pt x="0" y="25400"/>
                  </a:moveTo>
                  <a:lnTo>
                    <a:pt x="2985262" y="0"/>
                  </a:lnTo>
                  <a:lnTo>
                    <a:pt x="2985643" y="50800"/>
                  </a:lnTo>
                  <a:lnTo>
                    <a:pt x="508" y="76200"/>
                  </a:lnTo>
                  <a:close/>
                </a:path>
              </a:pathLst>
            </a:custGeom>
            <a:solidFill>
              <a:srgbClr val="FFFFFF"/>
            </a:solidFill>
            <a:ln w="12700">
              <a:solidFill>
                <a:srgbClr val="000000"/>
              </a:solidFill>
            </a:ln>
          </p:spPr>
        </p:sp>
      </p:grpSp>
      <p:grpSp>
        <p:nvGrpSpPr>
          <p:cNvPr id="6" name="Group 6"/>
          <p:cNvGrpSpPr/>
          <p:nvPr/>
        </p:nvGrpSpPr>
        <p:grpSpPr>
          <a:xfrm>
            <a:off x="8962168" y="8069990"/>
            <a:ext cx="2239232" cy="57150"/>
            <a:chOff x="0" y="0"/>
            <a:chExt cx="2985643" cy="76200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2985643" cy="76200"/>
            </a:xfrm>
            <a:custGeom>
              <a:avLst/>
              <a:gdLst/>
              <a:ahLst/>
              <a:cxnLst/>
              <a:rect l="l" t="t" r="r" b="b"/>
              <a:pathLst>
                <a:path w="2985643" h="76200">
                  <a:moveTo>
                    <a:pt x="0" y="25400"/>
                  </a:moveTo>
                  <a:lnTo>
                    <a:pt x="2985262" y="0"/>
                  </a:lnTo>
                  <a:lnTo>
                    <a:pt x="2985643" y="50800"/>
                  </a:lnTo>
                  <a:lnTo>
                    <a:pt x="508" y="76200"/>
                  </a:lnTo>
                  <a:close/>
                </a:path>
              </a:pathLst>
            </a:custGeom>
            <a:solidFill>
              <a:srgbClr val="FFFFFF"/>
            </a:solidFill>
            <a:ln w="12700">
              <a:solidFill>
                <a:srgbClr val="000000"/>
              </a:solidFill>
            </a:ln>
          </p:spPr>
        </p:sp>
      </p:grpSp>
      <p:grpSp>
        <p:nvGrpSpPr>
          <p:cNvPr id="8" name="Group 8"/>
          <p:cNvGrpSpPr/>
          <p:nvPr/>
        </p:nvGrpSpPr>
        <p:grpSpPr>
          <a:xfrm>
            <a:off x="10596582" y="8978570"/>
            <a:ext cx="6856286" cy="814578"/>
            <a:chOff x="0" y="0"/>
            <a:chExt cx="9141714" cy="1086104"/>
          </a:xfrm>
        </p:grpSpPr>
        <p:sp>
          <p:nvSpPr>
            <p:cNvPr id="9" name="Freeform 9"/>
            <p:cNvSpPr/>
            <p:nvPr/>
          </p:nvSpPr>
          <p:spPr>
            <a:xfrm>
              <a:off x="8509" y="8509"/>
              <a:ext cx="9129014" cy="1073404"/>
            </a:xfrm>
            <a:custGeom>
              <a:avLst/>
              <a:gdLst/>
              <a:ahLst/>
              <a:cxnLst/>
              <a:rect l="l" t="t" r="r" b="b"/>
              <a:pathLst>
                <a:path w="9129014" h="1073404">
                  <a:moveTo>
                    <a:pt x="0" y="0"/>
                  </a:moveTo>
                  <a:lnTo>
                    <a:pt x="9129014" y="0"/>
                  </a:lnTo>
                  <a:lnTo>
                    <a:pt x="9129014" y="1073404"/>
                  </a:lnTo>
                  <a:lnTo>
                    <a:pt x="0" y="1073404"/>
                  </a:lnTo>
                  <a:close/>
                </a:path>
              </a:pathLst>
            </a:custGeom>
            <a:solidFill>
              <a:srgbClr val="352C2F"/>
            </a:solidFill>
            <a:ln w="12700">
              <a:solidFill>
                <a:srgbClr val="000000"/>
              </a:solidFill>
            </a:ln>
          </p:spPr>
        </p:sp>
        <p:sp>
          <p:nvSpPr>
            <p:cNvPr id="10" name="Freeform 10"/>
            <p:cNvSpPr/>
            <p:nvPr/>
          </p:nvSpPr>
          <p:spPr>
            <a:xfrm>
              <a:off x="0" y="0"/>
              <a:ext cx="9146032" cy="1090422"/>
            </a:xfrm>
            <a:custGeom>
              <a:avLst/>
              <a:gdLst/>
              <a:ahLst/>
              <a:cxnLst/>
              <a:rect l="l" t="t" r="r" b="b"/>
              <a:pathLst>
                <a:path w="9146032" h="1090422">
                  <a:moveTo>
                    <a:pt x="8509" y="0"/>
                  </a:moveTo>
                  <a:lnTo>
                    <a:pt x="9137523" y="0"/>
                  </a:lnTo>
                  <a:cubicBezTo>
                    <a:pt x="9142222" y="0"/>
                    <a:pt x="9146032" y="3810"/>
                    <a:pt x="9146032" y="8509"/>
                  </a:cubicBezTo>
                  <a:lnTo>
                    <a:pt x="9146032" y="1081913"/>
                  </a:lnTo>
                  <a:cubicBezTo>
                    <a:pt x="9146032" y="1086612"/>
                    <a:pt x="9142222" y="1090422"/>
                    <a:pt x="9137523" y="1090422"/>
                  </a:cubicBezTo>
                  <a:lnTo>
                    <a:pt x="8509" y="1090422"/>
                  </a:lnTo>
                  <a:cubicBezTo>
                    <a:pt x="3810" y="1090422"/>
                    <a:pt x="0" y="1086612"/>
                    <a:pt x="0" y="1081913"/>
                  </a:cubicBezTo>
                  <a:lnTo>
                    <a:pt x="0" y="8509"/>
                  </a:lnTo>
                  <a:cubicBezTo>
                    <a:pt x="0" y="3810"/>
                    <a:pt x="3810" y="0"/>
                    <a:pt x="8509" y="0"/>
                  </a:cubicBezTo>
                  <a:moveTo>
                    <a:pt x="8509" y="16891"/>
                  </a:moveTo>
                  <a:lnTo>
                    <a:pt x="8509" y="8509"/>
                  </a:lnTo>
                  <a:lnTo>
                    <a:pt x="17018" y="8509"/>
                  </a:lnTo>
                  <a:lnTo>
                    <a:pt x="17018" y="1081913"/>
                  </a:lnTo>
                  <a:lnTo>
                    <a:pt x="8509" y="1081913"/>
                  </a:lnTo>
                  <a:lnTo>
                    <a:pt x="8509" y="1073404"/>
                  </a:lnTo>
                  <a:lnTo>
                    <a:pt x="9137523" y="1073404"/>
                  </a:lnTo>
                  <a:lnTo>
                    <a:pt x="9137523" y="1081913"/>
                  </a:lnTo>
                  <a:lnTo>
                    <a:pt x="9129014" y="1081913"/>
                  </a:lnTo>
                  <a:lnTo>
                    <a:pt x="9129014" y="8509"/>
                  </a:lnTo>
                  <a:lnTo>
                    <a:pt x="9137523" y="8509"/>
                  </a:lnTo>
                  <a:lnTo>
                    <a:pt x="9137523" y="17018"/>
                  </a:lnTo>
                  <a:lnTo>
                    <a:pt x="8509" y="17018"/>
                  </a:lnTo>
                  <a:close/>
                </a:path>
              </a:pathLst>
            </a:custGeom>
            <a:solidFill>
              <a:srgbClr val="000000"/>
            </a:solidFill>
            <a:ln w="12700">
              <a:solidFill>
                <a:srgbClr val="000000"/>
              </a:solidFill>
            </a:ln>
          </p:spPr>
        </p:sp>
      </p:grpSp>
      <p:sp>
        <p:nvSpPr>
          <p:cNvPr id="11" name="Freeform 11"/>
          <p:cNvSpPr/>
          <p:nvPr/>
        </p:nvSpPr>
        <p:spPr>
          <a:xfrm>
            <a:off x="0" y="0"/>
            <a:ext cx="8962168" cy="10976993"/>
          </a:xfrm>
          <a:custGeom>
            <a:avLst/>
            <a:gdLst/>
            <a:ahLst/>
            <a:cxnLst/>
            <a:rect l="l" t="t" r="r" b="b"/>
            <a:pathLst>
              <a:path w="8962168" h="10976993">
                <a:moveTo>
                  <a:pt x="0" y="0"/>
                </a:moveTo>
                <a:lnTo>
                  <a:pt x="8962168" y="0"/>
                </a:lnTo>
                <a:lnTo>
                  <a:pt x="8962168" y="10976993"/>
                </a:lnTo>
                <a:lnTo>
                  <a:pt x="0" y="10976993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t="-2086" b="-2086"/>
            </a:stretch>
          </a:blipFill>
        </p:spPr>
      </p:sp>
      <p:sp>
        <p:nvSpPr>
          <p:cNvPr id="12" name="TextBox 12"/>
          <p:cNvSpPr txBox="1"/>
          <p:nvPr/>
        </p:nvSpPr>
        <p:spPr>
          <a:xfrm>
            <a:off x="11351479" y="7701978"/>
            <a:ext cx="5064071" cy="67424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5401"/>
              </a:lnSpc>
            </a:pPr>
            <a:r>
              <a:rPr lang="en-US" sz="3800" spc="428" dirty="0">
                <a:solidFill>
                  <a:srgbClr val="404040"/>
                </a:solidFill>
                <a:latin typeface="Yeseva One"/>
                <a:ea typeface="Yeseva One"/>
                <a:cs typeface="Yeseva One"/>
                <a:sym typeface="Yeseva One"/>
              </a:rPr>
              <a:t>Mateo 2, 2-12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10669391" y="9074258"/>
            <a:ext cx="6713906" cy="62644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5151"/>
              </a:lnSpc>
            </a:pPr>
            <a:r>
              <a:rPr lang="en-US" sz="3528" spc="409" dirty="0">
                <a:solidFill>
                  <a:srgbClr val="FFFFFF"/>
                </a:solidFill>
                <a:latin typeface="Yeseva One"/>
                <a:ea typeface="Yeseva One"/>
                <a:cs typeface="Yeseva One"/>
                <a:sym typeface="Yeseva One"/>
              </a:rPr>
              <a:t>January 04, 2026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9472574" y="1678432"/>
            <a:ext cx="8487242" cy="224586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9196"/>
              </a:lnSpc>
            </a:pPr>
            <a:r>
              <a:rPr lang="en-US" sz="5400" spc="717" dirty="0" err="1">
                <a:solidFill>
                  <a:srgbClr val="404040"/>
                </a:solidFill>
                <a:latin typeface="Yeseva One"/>
                <a:ea typeface="Yeseva One"/>
                <a:cs typeface="Yeseva One"/>
                <a:sym typeface="Yeseva One"/>
              </a:rPr>
              <a:t>Dakilang</a:t>
            </a:r>
            <a:r>
              <a:rPr lang="en-US" sz="5400" spc="717" dirty="0">
                <a:solidFill>
                  <a:srgbClr val="404040"/>
                </a:solidFill>
                <a:latin typeface="Yeseva One"/>
                <a:ea typeface="Yeseva One"/>
                <a:cs typeface="Yeseva One"/>
                <a:sym typeface="Yeseva One"/>
              </a:rPr>
              <a:t> </a:t>
            </a:r>
            <a:r>
              <a:rPr lang="en-US" sz="5400" spc="717" dirty="0" err="1">
                <a:solidFill>
                  <a:srgbClr val="404040"/>
                </a:solidFill>
                <a:latin typeface="Yeseva One"/>
                <a:ea typeface="Yeseva One"/>
                <a:cs typeface="Yeseva One"/>
                <a:sym typeface="Yeseva One"/>
              </a:rPr>
              <a:t>Kapistahan</a:t>
            </a:r>
            <a:r>
              <a:rPr lang="en-US" sz="5400" spc="717" dirty="0">
                <a:solidFill>
                  <a:srgbClr val="404040"/>
                </a:solidFill>
                <a:latin typeface="Yeseva One"/>
                <a:ea typeface="Yeseva One"/>
                <a:cs typeface="Yeseva One"/>
                <a:sym typeface="Yeseva One"/>
              </a:rPr>
              <a:t> ng 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9158748" y="4020781"/>
            <a:ext cx="8920763" cy="356111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9519"/>
              </a:lnSpc>
            </a:pPr>
            <a:r>
              <a:rPr lang="en-US" sz="6800" spc="808" dirty="0">
                <a:solidFill>
                  <a:srgbClr val="404040"/>
                </a:solidFill>
                <a:latin typeface="Bevan"/>
                <a:ea typeface="Bevan"/>
                <a:cs typeface="Bevan"/>
                <a:sym typeface="Bevan"/>
              </a:rPr>
              <a:t>PAGPAPAKITA NG PANGINOON</a:t>
            </a:r>
          </a:p>
        </p:txBody>
      </p:sp>
    </p:spTree>
    <p:extLst>
      <p:ext uri="{BB962C8B-B14F-4D97-AF65-F5344CB8AC3E}">
        <p14:creationId xmlns:p14="http://schemas.microsoft.com/office/powerpoint/2010/main" val="2385785616"/>
      </p:ext>
    </p:extLst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C13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1135771" y="3905250"/>
            <a:ext cx="16016411" cy="320238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3576"/>
              </a:lnSpc>
            </a:pPr>
            <a:r>
              <a:rPr lang="en-US" sz="12600" spc="1546">
                <a:solidFill>
                  <a:srgbClr val="404040"/>
                </a:solidFill>
                <a:latin typeface="Fredoka"/>
                <a:ea typeface="Fredoka"/>
                <a:cs typeface="Fredoka"/>
                <a:sym typeface="Fredoka"/>
              </a:rPr>
              <a:t>PAPURI SA IYO, PANGINOON.</a:t>
            </a:r>
          </a:p>
        </p:txBody>
      </p:sp>
      <p:grpSp>
        <p:nvGrpSpPr>
          <p:cNvPr id="3" name="Group 3"/>
          <p:cNvGrpSpPr/>
          <p:nvPr/>
        </p:nvGrpSpPr>
        <p:grpSpPr>
          <a:xfrm>
            <a:off x="8153476" y="219151"/>
            <a:ext cx="1981009" cy="1981009"/>
            <a:chOff x="0" y="0"/>
            <a:chExt cx="2641346" cy="2641346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2641346" cy="2641346"/>
            </a:xfrm>
            <a:custGeom>
              <a:avLst/>
              <a:gdLst/>
              <a:ahLst/>
              <a:cxnLst/>
              <a:rect l="l" t="t" r="r" b="b"/>
              <a:pathLst>
                <a:path w="2641346" h="2641346">
                  <a:moveTo>
                    <a:pt x="0" y="0"/>
                  </a:moveTo>
                  <a:lnTo>
                    <a:pt x="2641346" y="0"/>
                  </a:lnTo>
                  <a:lnTo>
                    <a:pt x="2641346" y="2641346"/>
                  </a:lnTo>
                  <a:lnTo>
                    <a:pt x="0" y="264134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/>
              </a:stretch>
            </a:blipFill>
          </p:spPr>
        </p:sp>
      </p:grpSp>
    </p:spTree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C13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-107090" y="-529590"/>
            <a:ext cx="18583180" cy="11041380"/>
            <a:chOff x="0" y="0"/>
            <a:chExt cx="24777573" cy="1472184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24777573" cy="14721839"/>
            </a:xfrm>
            <a:custGeom>
              <a:avLst/>
              <a:gdLst/>
              <a:ahLst/>
              <a:cxnLst/>
              <a:rect l="l" t="t" r="r" b="b"/>
              <a:pathLst>
                <a:path w="24777573" h="14721839">
                  <a:moveTo>
                    <a:pt x="0" y="0"/>
                  </a:moveTo>
                  <a:lnTo>
                    <a:pt x="24777573" y="0"/>
                  </a:lnTo>
                  <a:lnTo>
                    <a:pt x="24777573" y="14721839"/>
                  </a:lnTo>
                  <a:lnTo>
                    <a:pt x="0" y="1472183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t="-807" b="-807"/>
              </a:stretch>
            </a:blipFill>
          </p:spPr>
        </p:sp>
      </p:grpSp>
      <p:sp>
        <p:nvSpPr>
          <p:cNvPr id="4" name="Freeform 4"/>
          <p:cNvSpPr/>
          <p:nvPr/>
        </p:nvSpPr>
        <p:spPr>
          <a:xfrm>
            <a:off x="2257739" y="302762"/>
            <a:ext cx="13853560" cy="2458288"/>
          </a:xfrm>
          <a:custGeom>
            <a:avLst/>
            <a:gdLst/>
            <a:ahLst/>
            <a:cxnLst/>
            <a:rect l="l" t="t" r="r" b="b"/>
            <a:pathLst>
              <a:path w="13853560" h="2458288">
                <a:moveTo>
                  <a:pt x="0" y="0"/>
                </a:moveTo>
                <a:lnTo>
                  <a:pt x="13853560" y="0"/>
                </a:lnTo>
                <a:lnTo>
                  <a:pt x="13853560" y="2458288"/>
                </a:lnTo>
                <a:lnTo>
                  <a:pt x="0" y="2458288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t="-157" b="-157"/>
            </a:stretch>
          </a:blipFill>
        </p:spPr>
      </p:sp>
      <p:sp>
        <p:nvSpPr>
          <p:cNvPr id="5" name="TextBox 5"/>
          <p:cNvSpPr txBox="1"/>
          <p:nvPr/>
        </p:nvSpPr>
        <p:spPr>
          <a:xfrm>
            <a:off x="3109541" y="388039"/>
            <a:ext cx="12149909" cy="181399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9499"/>
              </a:lnSpc>
            </a:pPr>
            <a:r>
              <a:rPr lang="en-US" sz="5400" spc="737">
                <a:solidFill>
                  <a:srgbClr val="595959"/>
                </a:solidFill>
                <a:latin typeface="Yeseva One"/>
                <a:ea typeface="Yeseva One"/>
                <a:cs typeface="Yeseva One"/>
                <a:sym typeface="Yeseva One"/>
              </a:rPr>
              <a:t>MABUTING BALITA</a:t>
            </a:r>
          </a:p>
          <a:p>
            <a:pPr algn="ctr">
              <a:lnSpc>
                <a:spcPts val="4773"/>
              </a:lnSpc>
            </a:pPr>
            <a:r>
              <a:rPr lang="en-US" sz="2799" spc="368">
                <a:solidFill>
                  <a:srgbClr val="595959"/>
                </a:solidFill>
                <a:latin typeface="Yeseva One"/>
                <a:ea typeface="Yeseva One"/>
                <a:cs typeface="Yeseva One"/>
                <a:sym typeface="Yeseva One"/>
              </a:rPr>
              <a:t>( Mateo 2, 2-12)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-1019451" y="3819525"/>
            <a:ext cx="20326902" cy="329577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2674"/>
              </a:lnSpc>
            </a:pPr>
            <a:r>
              <a:rPr lang="en-US" sz="13000" spc="1444">
                <a:solidFill>
                  <a:srgbClr val="404040"/>
                </a:solidFill>
                <a:latin typeface="Fredoka"/>
                <a:ea typeface="Fredoka"/>
                <a:cs typeface="Fredoka"/>
                <a:sym typeface="Fredoka"/>
              </a:rPr>
              <a:t>AYON KAY </a:t>
            </a:r>
          </a:p>
          <a:p>
            <a:pPr algn="ctr">
              <a:lnSpc>
                <a:spcPts val="12674"/>
              </a:lnSpc>
            </a:pPr>
            <a:r>
              <a:rPr lang="en-US" sz="13000" spc="1444">
                <a:solidFill>
                  <a:srgbClr val="404040"/>
                </a:solidFill>
                <a:latin typeface="Fredoka"/>
                <a:ea typeface="Fredoka"/>
                <a:cs typeface="Fredoka"/>
                <a:sym typeface="Fredoka"/>
              </a:rPr>
              <a:t>SAN MATEO</a:t>
            </a:r>
          </a:p>
        </p:txBody>
      </p:sp>
    </p:spTree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C13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761076" y="2371725"/>
            <a:ext cx="16765800" cy="741575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6623"/>
              </a:lnSpc>
            </a:pPr>
            <a:r>
              <a:rPr lang="en-US" sz="10324" spc="1516">
                <a:solidFill>
                  <a:srgbClr val="404040"/>
                </a:solidFill>
                <a:latin typeface="Fredoka"/>
                <a:ea typeface="Fredoka"/>
                <a:cs typeface="Fredoka"/>
                <a:sym typeface="Fredoka"/>
              </a:rPr>
              <a:t>PINUPURI KA NAMIN,</a:t>
            </a:r>
          </a:p>
          <a:p>
            <a:pPr algn="ctr">
              <a:lnSpc>
                <a:spcPts val="16623"/>
              </a:lnSpc>
            </a:pPr>
            <a:r>
              <a:rPr lang="en-US" sz="10324" spc="1516">
                <a:solidFill>
                  <a:srgbClr val="404040"/>
                </a:solidFill>
                <a:latin typeface="Fredoka"/>
                <a:ea typeface="Fredoka"/>
                <a:cs typeface="Fredoka"/>
                <a:sym typeface="Fredoka"/>
              </a:rPr>
              <a:t>PANGINOONG HESUKRISTO</a:t>
            </a:r>
          </a:p>
        </p:txBody>
      </p:sp>
      <p:grpSp>
        <p:nvGrpSpPr>
          <p:cNvPr id="3" name="Group 3"/>
          <p:cNvGrpSpPr/>
          <p:nvPr/>
        </p:nvGrpSpPr>
        <p:grpSpPr>
          <a:xfrm>
            <a:off x="8153476" y="219151"/>
            <a:ext cx="1981009" cy="1981009"/>
            <a:chOff x="0" y="0"/>
            <a:chExt cx="2641346" cy="2641346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2641346" cy="2641346"/>
            </a:xfrm>
            <a:custGeom>
              <a:avLst/>
              <a:gdLst/>
              <a:ahLst/>
              <a:cxnLst/>
              <a:rect l="l" t="t" r="r" b="b"/>
              <a:pathLst>
                <a:path w="2641346" h="2641346">
                  <a:moveTo>
                    <a:pt x="0" y="0"/>
                  </a:moveTo>
                  <a:lnTo>
                    <a:pt x="2641346" y="0"/>
                  </a:lnTo>
                  <a:lnTo>
                    <a:pt x="2641346" y="2641346"/>
                  </a:lnTo>
                  <a:lnTo>
                    <a:pt x="0" y="264134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/>
              </a:stretch>
            </a:blipFill>
          </p:spPr>
        </p:sp>
      </p:grpSp>
    </p:spTree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C13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1028700" y="3434667"/>
            <a:ext cx="16016411" cy="26747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8478"/>
              </a:lnSpc>
            </a:pPr>
            <a:r>
              <a:rPr lang="en-US" sz="14324" spc="2104">
                <a:solidFill>
                  <a:srgbClr val="404040"/>
                </a:solidFill>
                <a:latin typeface="Fredoka"/>
                <a:ea typeface="Fredoka"/>
                <a:cs typeface="Fredoka"/>
                <a:sym typeface="Fredoka"/>
              </a:rPr>
              <a:t>HOMILIYA</a:t>
            </a:r>
          </a:p>
        </p:txBody>
      </p:sp>
      <p:grpSp>
        <p:nvGrpSpPr>
          <p:cNvPr id="3" name="Group 3"/>
          <p:cNvGrpSpPr/>
          <p:nvPr/>
        </p:nvGrpSpPr>
        <p:grpSpPr>
          <a:xfrm>
            <a:off x="8153476" y="673322"/>
            <a:ext cx="1981009" cy="1981009"/>
            <a:chOff x="0" y="0"/>
            <a:chExt cx="2641346" cy="2641346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2641346" cy="2641346"/>
            </a:xfrm>
            <a:custGeom>
              <a:avLst/>
              <a:gdLst/>
              <a:ahLst/>
              <a:cxnLst/>
              <a:rect l="l" t="t" r="r" b="b"/>
              <a:pathLst>
                <a:path w="2641346" h="2641346">
                  <a:moveTo>
                    <a:pt x="0" y="0"/>
                  </a:moveTo>
                  <a:lnTo>
                    <a:pt x="2641346" y="0"/>
                  </a:lnTo>
                  <a:lnTo>
                    <a:pt x="2641346" y="2641346"/>
                  </a:lnTo>
                  <a:lnTo>
                    <a:pt x="0" y="264134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/>
              </a:stretch>
            </a:blipFill>
          </p:spPr>
        </p:sp>
      </p:grpSp>
    </p:spTree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C13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13008597" y="319192"/>
            <a:ext cx="1749809" cy="1559185"/>
            <a:chOff x="0" y="0"/>
            <a:chExt cx="2333079" cy="2078914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2333117" cy="2078863"/>
            </a:xfrm>
            <a:custGeom>
              <a:avLst/>
              <a:gdLst/>
              <a:ahLst/>
              <a:cxnLst/>
              <a:rect l="l" t="t" r="r" b="b"/>
              <a:pathLst>
                <a:path w="2333117" h="2078863">
                  <a:moveTo>
                    <a:pt x="0" y="0"/>
                  </a:moveTo>
                  <a:lnTo>
                    <a:pt x="2333117" y="0"/>
                  </a:lnTo>
                  <a:lnTo>
                    <a:pt x="2333117" y="2078863"/>
                  </a:lnTo>
                  <a:lnTo>
                    <a:pt x="0" y="207886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t="-6112" r="1" b="-6115"/>
              </a:stretch>
            </a:blipFill>
          </p:spPr>
        </p:sp>
      </p:grpSp>
      <p:grpSp>
        <p:nvGrpSpPr>
          <p:cNvPr id="4" name="Group 4"/>
          <p:cNvGrpSpPr/>
          <p:nvPr/>
        </p:nvGrpSpPr>
        <p:grpSpPr>
          <a:xfrm>
            <a:off x="16535400" y="8039100"/>
            <a:ext cx="2239232" cy="57150"/>
            <a:chOff x="0" y="0"/>
            <a:chExt cx="2985643" cy="76200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2985643" cy="76200"/>
            </a:xfrm>
            <a:custGeom>
              <a:avLst/>
              <a:gdLst/>
              <a:ahLst/>
              <a:cxnLst/>
              <a:rect l="l" t="t" r="r" b="b"/>
              <a:pathLst>
                <a:path w="2985643" h="76200">
                  <a:moveTo>
                    <a:pt x="0" y="25400"/>
                  </a:moveTo>
                  <a:lnTo>
                    <a:pt x="2985262" y="0"/>
                  </a:lnTo>
                  <a:lnTo>
                    <a:pt x="2985643" y="50800"/>
                  </a:lnTo>
                  <a:lnTo>
                    <a:pt x="508" y="76200"/>
                  </a:lnTo>
                  <a:close/>
                </a:path>
              </a:pathLst>
            </a:custGeom>
            <a:solidFill>
              <a:srgbClr val="FFFFFF"/>
            </a:solidFill>
            <a:ln w="12700">
              <a:solidFill>
                <a:srgbClr val="000000"/>
              </a:solidFill>
            </a:ln>
          </p:spPr>
        </p:sp>
      </p:grpSp>
      <p:grpSp>
        <p:nvGrpSpPr>
          <p:cNvPr id="6" name="Group 6"/>
          <p:cNvGrpSpPr/>
          <p:nvPr/>
        </p:nvGrpSpPr>
        <p:grpSpPr>
          <a:xfrm>
            <a:off x="8962168" y="8069990"/>
            <a:ext cx="2239232" cy="57150"/>
            <a:chOff x="0" y="0"/>
            <a:chExt cx="2985643" cy="76200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2985643" cy="76200"/>
            </a:xfrm>
            <a:custGeom>
              <a:avLst/>
              <a:gdLst/>
              <a:ahLst/>
              <a:cxnLst/>
              <a:rect l="l" t="t" r="r" b="b"/>
              <a:pathLst>
                <a:path w="2985643" h="76200">
                  <a:moveTo>
                    <a:pt x="0" y="25400"/>
                  </a:moveTo>
                  <a:lnTo>
                    <a:pt x="2985262" y="0"/>
                  </a:lnTo>
                  <a:lnTo>
                    <a:pt x="2985643" y="50800"/>
                  </a:lnTo>
                  <a:lnTo>
                    <a:pt x="508" y="76200"/>
                  </a:lnTo>
                  <a:close/>
                </a:path>
              </a:pathLst>
            </a:custGeom>
            <a:solidFill>
              <a:srgbClr val="FFFFFF"/>
            </a:solidFill>
            <a:ln w="12700">
              <a:solidFill>
                <a:srgbClr val="000000"/>
              </a:solidFill>
            </a:ln>
          </p:spPr>
        </p:sp>
      </p:grpSp>
      <p:grpSp>
        <p:nvGrpSpPr>
          <p:cNvPr id="8" name="Group 8"/>
          <p:cNvGrpSpPr/>
          <p:nvPr/>
        </p:nvGrpSpPr>
        <p:grpSpPr>
          <a:xfrm>
            <a:off x="10596582" y="8978570"/>
            <a:ext cx="6856286" cy="814578"/>
            <a:chOff x="0" y="0"/>
            <a:chExt cx="9141714" cy="1086104"/>
          </a:xfrm>
        </p:grpSpPr>
        <p:sp>
          <p:nvSpPr>
            <p:cNvPr id="9" name="Freeform 9"/>
            <p:cNvSpPr/>
            <p:nvPr/>
          </p:nvSpPr>
          <p:spPr>
            <a:xfrm>
              <a:off x="8509" y="8509"/>
              <a:ext cx="9129014" cy="1073404"/>
            </a:xfrm>
            <a:custGeom>
              <a:avLst/>
              <a:gdLst/>
              <a:ahLst/>
              <a:cxnLst/>
              <a:rect l="l" t="t" r="r" b="b"/>
              <a:pathLst>
                <a:path w="9129014" h="1073404">
                  <a:moveTo>
                    <a:pt x="0" y="0"/>
                  </a:moveTo>
                  <a:lnTo>
                    <a:pt x="9129014" y="0"/>
                  </a:lnTo>
                  <a:lnTo>
                    <a:pt x="9129014" y="1073404"/>
                  </a:lnTo>
                  <a:lnTo>
                    <a:pt x="0" y="1073404"/>
                  </a:lnTo>
                  <a:close/>
                </a:path>
              </a:pathLst>
            </a:custGeom>
            <a:solidFill>
              <a:srgbClr val="352C2F"/>
            </a:solidFill>
            <a:ln w="12700">
              <a:solidFill>
                <a:srgbClr val="000000"/>
              </a:solidFill>
            </a:ln>
          </p:spPr>
        </p:sp>
        <p:sp>
          <p:nvSpPr>
            <p:cNvPr id="10" name="Freeform 10"/>
            <p:cNvSpPr/>
            <p:nvPr/>
          </p:nvSpPr>
          <p:spPr>
            <a:xfrm>
              <a:off x="0" y="0"/>
              <a:ext cx="9146032" cy="1090422"/>
            </a:xfrm>
            <a:custGeom>
              <a:avLst/>
              <a:gdLst/>
              <a:ahLst/>
              <a:cxnLst/>
              <a:rect l="l" t="t" r="r" b="b"/>
              <a:pathLst>
                <a:path w="9146032" h="1090422">
                  <a:moveTo>
                    <a:pt x="8509" y="0"/>
                  </a:moveTo>
                  <a:lnTo>
                    <a:pt x="9137523" y="0"/>
                  </a:lnTo>
                  <a:cubicBezTo>
                    <a:pt x="9142222" y="0"/>
                    <a:pt x="9146032" y="3810"/>
                    <a:pt x="9146032" y="8509"/>
                  </a:cubicBezTo>
                  <a:lnTo>
                    <a:pt x="9146032" y="1081913"/>
                  </a:lnTo>
                  <a:cubicBezTo>
                    <a:pt x="9146032" y="1086612"/>
                    <a:pt x="9142222" y="1090422"/>
                    <a:pt x="9137523" y="1090422"/>
                  </a:cubicBezTo>
                  <a:lnTo>
                    <a:pt x="8509" y="1090422"/>
                  </a:lnTo>
                  <a:cubicBezTo>
                    <a:pt x="3810" y="1090422"/>
                    <a:pt x="0" y="1086612"/>
                    <a:pt x="0" y="1081913"/>
                  </a:cubicBezTo>
                  <a:lnTo>
                    <a:pt x="0" y="8509"/>
                  </a:lnTo>
                  <a:cubicBezTo>
                    <a:pt x="0" y="3810"/>
                    <a:pt x="3810" y="0"/>
                    <a:pt x="8509" y="0"/>
                  </a:cubicBezTo>
                  <a:moveTo>
                    <a:pt x="8509" y="16891"/>
                  </a:moveTo>
                  <a:lnTo>
                    <a:pt x="8509" y="8509"/>
                  </a:lnTo>
                  <a:lnTo>
                    <a:pt x="17018" y="8509"/>
                  </a:lnTo>
                  <a:lnTo>
                    <a:pt x="17018" y="1081913"/>
                  </a:lnTo>
                  <a:lnTo>
                    <a:pt x="8509" y="1081913"/>
                  </a:lnTo>
                  <a:lnTo>
                    <a:pt x="8509" y="1073404"/>
                  </a:lnTo>
                  <a:lnTo>
                    <a:pt x="9137523" y="1073404"/>
                  </a:lnTo>
                  <a:lnTo>
                    <a:pt x="9137523" y="1081913"/>
                  </a:lnTo>
                  <a:lnTo>
                    <a:pt x="9129014" y="1081913"/>
                  </a:lnTo>
                  <a:lnTo>
                    <a:pt x="9129014" y="8509"/>
                  </a:lnTo>
                  <a:lnTo>
                    <a:pt x="9137523" y="8509"/>
                  </a:lnTo>
                  <a:lnTo>
                    <a:pt x="9137523" y="17018"/>
                  </a:lnTo>
                  <a:lnTo>
                    <a:pt x="8509" y="17018"/>
                  </a:lnTo>
                  <a:close/>
                </a:path>
              </a:pathLst>
            </a:custGeom>
            <a:solidFill>
              <a:srgbClr val="000000"/>
            </a:solidFill>
            <a:ln w="12700">
              <a:solidFill>
                <a:srgbClr val="000000"/>
              </a:solidFill>
            </a:ln>
          </p:spPr>
        </p:sp>
      </p:grpSp>
      <p:sp>
        <p:nvSpPr>
          <p:cNvPr id="11" name="Freeform 11"/>
          <p:cNvSpPr/>
          <p:nvPr/>
        </p:nvSpPr>
        <p:spPr>
          <a:xfrm>
            <a:off x="0" y="0"/>
            <a:ext cx="8962168" cy="10976993"/>
          </a:xfrm>
          <a:custGeom>
            <a:avLst/>
            <a:gdLst/>
            <a:ahLst/>
            <a:cxnLst/>
            <a:rect l="l" t="t" r="r" b="b"/>
            <a:pathLst>
              <a:path w="8962168" h="10976993">
                <a:moveTo>
                  <a:pt x="0" y="0"/>
                </a:moveTo>
                <a:lnTo>
                  <a:pt x="8962168" y="0"/>
                </a:lnTo>
                <a:lnTo>
                  <a:pt x="8962168" y="10976993"/>
                </a:lnTo>
                <a:lnTo>
                  <a:pt x="0" y="10976993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t="-2086" b="-2086"/>
            </a:stretch>
          </a:blipFill>
        </p:spPr>
      </p:sp>
      <p:sp>
        <p:nvSpPr>
          <p:cNvPr id="12" name="TextBox 12"/>
          <p:cNvSpPr txBox="1"/>
          <p:nvPr/>
        </p:nvSpPr>
        <p:spPr>
          <a:xfrm>
            <a:off x="11351479" y="7701978"/>
            <a:ext cx="5064071" cy="67424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5401"/>
              </a:lnSpc>
            </a:pPr>
            <a:r>
              <a:rPr lang="en-US" sz="3800" spc="428" dirty="0">
                <a:solidFill>
                  <a:srgbClr val="404040"/>
                </a:solidFill>
                <a:latin typeface="Yeseva One"/>
                <a:ea typeface="Yeseva One"/>
                <a:cs typeface="Yeseva One"/>
                <a:sym typeface="Yeseva One"/>
              </a:rPr>
              <a:t>Mateo 2, 2-12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10669391" y="9074258"/>
            <a:ext cx="6713906" cy="62644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5151"/>
              </a:lnSpc>
            </a:pPr>
            <a:r>
              <a:rPr lang="en-US" sz="3528" spc="409" dirty="0">
                <a:solidFill>
                  <a:srgbClr val="FFFFFF"/>
                </a:solidFill>
                <a:latin typeface="Yeseva One"/>
                <a:ea typeface="Yeseva One"/>
                <a:cs typeface="Yeseva One"/>
                <a:sym typeface="Yeseva One"/>
              </a:rPr>
              <a:t>January 04, 2026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9472574" y="1678432"/>
            <a:ext cx="8487242" cy="224586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9196"/>
              </a:lnSpc>
            </a:pPr>
            <a:r>
              <a:rPr lang="en-US" sz="5400" spc="717" dirty="0" err="1">
                <a:solidFill>
                  <a:srgbClr val="404040"/>
                </a:solidFill>
                <a:latin typeface="Yeseva One"/>
                <a:ea typeface="Yeseva One"/>
                <a:cs typeface="Yeseva One"/>
                <a:sym typeface="Yeseva One"/>
              </a:rPr>
              <a:t>Dakilang</a:t>
            </a:r>
            <a:r>
              <a:rPr lang="en-US" sz="5400" spc="717" dirty="0">
                <a:solidFill>
                  <a:srgbClr val="404040"/>
                </a:solidFill>
                <a:latin typeface="Yeseva One"/>
                <a:ea typeface="Yeseva One"/>
                <a:cs typeface="Yeseva One"/>
                <a:sym typeface="Yeseva One"/>
              </a:rPr>
              <a:t> </a:t>
            </a:r>
            <a:r>
              <a:rPr lang="en-US" sz="5400" spc="717" dirty="0" err="1">
                <a:solidFill>
                  <a:srgbClr val="404040"/>
                </a:solidFill>
                <a:latin typeface="Yeseva One"/>
                <a:ea typeface="Yeseva One"/>
                <a:cs typeface="Yeseva One"/>
                <a:sym typeface="Yeseva One"/>
              </a:rPr>
              <a:t>Kapistahan</a:t>
            </a:r>
            <a:r>
              <a:rPr lang="en-US" sz="5400" spc="717" dirty="0">
                <a:solidFill>
                  <a:srgbClr val="404040"/>
                </a:solidFill>
                <a:latin typeface="Yeseva One"/>
                <a:ea typeface="Yeseva One"/>
                <a:cs typeface="Yeseva One"/>
                <a:sym typeface="Yeseva One"/>
              </a:rPr>
              <a:t> ng 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9158748" y="4020781"/>
            <a:ext cx="8920763" cy="356111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9519"/>
              </a:lnSpc>
            </a:pPr>
            <a:r>
              <a:rPr lang="en-US" sz="6800" spc="808" dirty="0">
                <a:solidFill>
                  <a:srgbClr val="404040"/>
                </a:solidFill>
                <a:latin typeface="Bevan"/>
                <a:ea typeface="Bevan"/>
                <a:cs typeface="Bevan"/>
                <a:sym typeface="Bevan"/>
              </a:rPr>
              <a:t>PAGPAPAKITA NG PANGINOON</a:t>
            </a:r>
          </a:p>
        </p:txBody>
      </p:sp>
    </p:spTree>
    <p:extLst>
      <p:ext uri="{BB962C8B-B14F-4D97-AF65-F5344CB8AC3E}">
        <p14:creationId xmlns:p14="http://schemas.microsoft.com/office/powerpoint/2010/main" val="2877799309"/>
      </p:ext>
    </p:extLst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C13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1135771" y="2921860"/>
            <a:ext cx="16016411" cy="648317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6001"/>
              </a:lnSpc>
            </a:pPr>
            <a:r>
              <a:rPr lang="en-US" sz="11000" spc="1400">
                <a:solidFill>
                  <a:srgbClr val="404040"/>
                </a:solidFill>
                <a:latin typeface="Fredoka"/>
                <a:ea typeface="Fredoka"/>
                <a:cs typeface="Fredoka"/>
                <a:sym typeface="Fredoka"/>
              </a:rPr>
              <a:t>SUMASAMPALATAYA AKO SA DIYOS AMANG </a:t>
            </a:r>
          </a:p>
        </p:txBody>
      </p:sp>
      <p:sp>
        <p:nvSpPr>
          <p:cNvPr id="3" name="TextBox 3"/>
          <p:cNvSpPr txBox="1"/>
          <p:nvPr/>
        </p:nvSpPr>
        <p:spPr>
          <a:xfrm>
            <a:off x="806510" y="1790700"/>
            <a:ext cx="16674970" cy="141353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6284"/>
              </a:lnSpc>
            </a:pPr>
            <a:r>
              <a:rPr lang="en-US" sz="3326" spc="488">
                <a:solidFill>
                  <a:srgbClr val="404040"/>
                </a:solidFill>
                <a:latin typeface="Yeseva One"/>
                <a:ea typeface="Yeseva One"/>
                <a:cs typeface="Yeseva One"/>
                <a:sym typeface="Yeseva One"/>
              </a:rPr>
              <a:t>PAGPAPAHAYAG NG PANANAMPALATAYA</a:t>
            </a:r>
          </a:p>
        </p:txBody>
      </p:sp>
      <p:grpSp>
        <p:nvGrpSpPr>
          <p:cNvPr id="4" name="Group 4"/>
          <p:cNvGrpSpPr/>
          <p:nvPr/>
        </p:nvGrpSpPr>
        <p:grpSpPr>
          <a:xfrm>
            <a:off x="8153476" y="342900"/>
            <a:ext cx="1981009" cy="1981009"/>
            <a:chOff x="0" y="0"/>
            <a:chExt cx="2641346" cy="2641346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2641346" cy="2641346"/>
            </a:xfrm>
            <a:custGeom>
              <a:avLst/>
              <a:gdLst/>
              <a:ahLst/>
              <a:cxnLst/>
              <a:rect l="l" t="t" r="r" b="b"/>
              <a:pathLst>
                <a:path w="2641346" h="2641346">
                  <a:moveTo>
                    <a:pt x="0" y="0"/>
                  </a:moveTo>
                  <a:lnTo>
                    <a:pt x="2641346" y="0"/>
                  </a:lnTo>
                  <a:lnTo>
                    <a:pt x="2641346" y="2641346"/>
                  </a:lnTo>
                  <a:lnTo>
                    <a:pt x="0" y="264134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/>
              </a:stretch>
            </a:blipFill>
          </p:spPr>
        </p:sp>
      </p:grpSp>
    </p:spTree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C13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749741" y="2244242"/>
            <a:ext cx="16788508" cy="806611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4994"/>
              </a:lnSpc>
            </a:pPr>
            <a:r>
              <a:rPr lang="en-US" sz="9999" spc="1309">
                <a:solidFill>
                  <a:srgbClr val="404040"/>
                </a:solidFill>
                <a:latin typeface="Fredoka"/>
                <a:ea typeface="Fredoka"/>
                <a:cs typeface="Fredoka"/>
                <a:sym typeface="Fredoka"/>
              </a:rPr>
              <a:t>MAKAPANGYARIHAN SA LAHAT,  NA MAY GAWA NG LANGIT AT LUPA.</a:t>
            </a:r>
          </a:p>
        </p:txBody>
      </p:sp>
      <p:grpSp>
        <p:nvGrpSpPr>
          <p:cNvPr id="3" name="Group 3"/>
          <p:cNvGrpSpPr/>
          <p:nvPr/>
        </p:nvGrpSpPr>
        <p:grpSpPr>
          <a:xfrm>
            <a:off x="8153495" y="419100"/>
            <a:ext cx="1981009" cy="1981009"/>
            <a:chOff x="0" y="0"/>
            <a:chExt cx="2641346" cy="2641346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2641346" cy="2641346"/>
            </a:xfrm>
            <a:custGeom>
              <a:avLst/>
              <a:gdLst/>
              <a:ahLst/>
              <a:cxnLst/>
              <a:rect l="l" t="t" r="r" b="b"/>
              <a:pathLst>
                <a:path w="2641346" h="2641346">
                  <a:moveTo>
                    <a:pt x="0" y="0"/>
                  </a:moveTo>
                  <a:lnTo>
                    <a:pt x="2641346" y="0"/>
                  </a:lnTo>
                  <a:lnTo>
                    <a:pt x="2641346" y="2641346"/>
                  </a:lnTo>
                  <a:lnTo>
                    <a:pt x="0" y="264134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/>
              </a:stretch>
            </a:blipFill>
          </p:spPr>
        </p:sp>
      </p:grpSp>
    </p:spTree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C13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655987" y="2590800"/>
            <a:ext cx="16976017" cy="648744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5617"/>
              </a:lnSpc>
            </a:pPr>
            <a:r>
              <a:rPr lang="en-US" sz="9999" spc="1310">
                <a:solidFill>
                  <a:srgbClr val="404040"/>
                </a:solidFill>
                <a:latin typeface="Fredoka"/>
                <a:ea typeface="Fredoka"/>
                <a:cs typeface="Fredoka"/>
                <a:sym typeface="Fredoka"/>
              </a:rPr>
              <a:t>SUMASAMPALATAYA AKO KAY HESUKRISTO,</a:t>
            </a:r>
          </a:p>
        </p:txBody>
      </p:sp>
      <p:grpSp>
        <p:nvGrpSpPr>
          <p:cNvPr id="3" name="Group 3"/>
          <p:cNvGrpSpPr/>
          <p:nvPr/>
        </p:nvGrpSpPr>
        <p:grpSpPr>
          <a:xfrm>
            <a:off x="8153495" y="465096"/>
            <a:ext cx="1981009" cy="1981009"/>
            <a:chOff x="0" y="0"/>
            <a:chExt cx="2641346" cy="2641346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2641346" cy="2641346"/>
            </a:xfrm>
            <a:custGeom>
              <a:avLst/>
              <a:gdLst/>
              <a:ahLst/>
              <a:cxnLst/>
              <a:rect l="l" t="t" r="r" b="b"/>
              <a:pathLst>
                <a:path w="2641346" h="2641346">
                  <a:moveTo>
                    <a:pt x="0" y="0"/>
                  </a:moveTo>
                  <a:lnTo>
                    <a:pt x="2641346" y="0"/>
                  </a:lnTo>
                  <a:lnTo>
                    <a:pt x="2641346" y="2641346"/>
                  </a:lnTo>
                  <a:lnTo>
                    <a:pt x="0" y="264134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/>
              </a:stretch>
            </a:blipFill>
          </p:spPr>
        </p:sp>
      </p:grpSp>
    </p:spTree>
  </p:cSld>
  <p:clrMapOvr>
    <a:masterClrMapping/>
  </p:clrMapOvr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C13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795137" y="2074402"/>
            <a:ext cx="16697677" cy="753927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7544"/>
              </a:lnSpc>
            </a:pPr>
            <a:r>
              <a:rPr lang="en-US" sz="10025" spc="1473">
                <a:solidFill>
                  <a:srgbClr val="404040"/>
                </a:solidFill>
                <a:latin typeface="Fredoka"/>
                <a:ea typeface="Fredoka"/>
                <a:cs typeface="Fredoka"/>
                <a:sym typeface="Fredoka"/>
              </a:rPr>
              <a:t> IISANG ANAK NG DIYOS, PANGINOON NATING LAHAT</a:t>
            </a:r>
          </a:p>
        </p:txBody>
      </p:sp>
      <p:grpSp>
        <p:nvGrpSpPr>
          <p:cNvPr id="3" name="Group 3"/>
          <p:cNvGrpSpPr/>
          <p:nvPr/>
        </p:nvGrpSpPr>
        <p:grpSpPr>
          <a:xfrm>
            <a:off x="8153476" y="673322"/>
            <a:ext cx="1981009" cy="1981009"/>
            <a:chOff x="0" y="0"/>
            <a:chExt cx="2641346" cy="2641346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2641346" cy="2641346"/>
            </a:xfrm>
            <a:custGeom>
              <a:avLst/>
              <a:gdLst/>
              <a:ahLst/>
              <a:cxnLst/>
              <a:rect l="l" t="t" r="r" b="b"/>
              <a:pathLst>
                <a:path w="2641346" h="2641346">
                  <a:moveTo>
                    <a:pt x="0" y="0"/>
                  </a:moveTo>
                  <a:lnTo>
                    <a:pt x="2641346" y="0"/>
                  </a:lnTo>
                  <a:lnTo>
                    <a:pt x="2641346" y="2641346"/>
                  </a:lnTo>
                  <a:lnTo>
                    <a:pt x="0" y="264134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/>
              </a:stretch>
            </a:blipFill>
          </p:spPr>
        </p:sp>
      </p:grpSp>
    </p:spTree>
  </p:cSld>
  <p:clrMapOvr>
    <a:masterClrMapping/>
  </p:clrMapOvr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C13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1135799" y="2468956"/>
            <a:ext cx="16016411" cy="766327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4382"/>
              </a:lnSpc>
            </a:pPr>
            <a:r>
              <a:rPr lang="en-US" sz="9999" spc="1398">
                <a:solidFill>
                  <a:srgbClr val="404040"/>
                </a:solidFill>
                <a:latin typeface="Fredoka"/>
                <a:ea typeface="Fredoka"/>
                <a:cs typeface="Fredoka"/>
                <a:sym typeface="Fredoka"/>
              </a:rPr>
              <a:t>NAGKATAWANG TAO SIYA LALANG NG ESPIRITU SANTO, </a:t>
            </a:r>
          </a:p>
        </p:txBody>
      </p:sp>
      <p:grpSp>
        <p:nvGrpSpPr>
          <p:cNvPr id="3" name="Group 3"/>
          <p:cNvGrpSpPr/>
          <p:nvPr/>
        </p:nvGrpSpPr>
        <p:grpSpPr>
          <a:xfrm>
            <a:off x="8153476" y="673322"/>
            <a:ext cx="1981009" cy="1981009"/>
            <a:chOff x="0" y="0"/>
            <a:chExt cx="2641346" cy="2641346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2641346" cy="2641346"/>
            </a:xfrm>
            <a:custGeom>
              <a:avLst/>
              <a:gdLst/>
              <a:ahLst/>
              <a:cxnLst/>
              <a:rect l="l" t="t" r="r" b="b"/>
              <a:pathLst>
                <a:path w="2641346" h="2641346">
                  <a:moveTo>
                    <a:pt x="0" y="0"/>
                  </a:moveTo>
                  <a:lnTo>
                    <a:pt x="2641346" y="0"/>
                  </a:lnTo>
                  <a:lnTo>
                    <a:pt x="2641346" y="2641346"/>
                  </a:lnTo>
                  <a:lnTo>
                    <a:pt x="0" y="264134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/>
              </a:stretch>
            </a:blipFill>
          </p:spPr>
        </p:sp>
      </p:grpSp>
    </p:spTree>
  </p:cSld>
  <p:clrMapOvr>
    <a:masterClrMapping/>
  </p:clrMapOvr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C13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1135771" y="2952750"/>
            <a:ext cx="16016411" cy="633333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5289"/>
              </a:lnSpc>
            </a:pPr>
            <a:r>
              <a:rPr lang="en-US" sz="10200" spc="1488">
                <a:solidFill>
                  <a:srgbClr val="404040"/>
                </a:solidFill>
                <a:latin typeface="Fredoka"/>
                <a:ea typeface="Fredoka"/>
                <a:cs typeface="Fredoka"/>
                <a:sym typeface="Fredoka"/>
              </a:rPr>
              <a:t> IPINANGANAK NI SANTA MARIANG BIRHEN, </a:t>
            </a:r>
          </a:p>
        </p:txBody>
      </p:sp>
      <p:grpSp>
        <p:nvGrpSpPr>
          <p:cNvPr id="3" name="Group 3"/>
          <p:cNvGrpSpPr/>
          <p:nvPr/>
        </p:nvGrpSpPr>
        <p:grpSpPr>
          <a:xfrm>
            <a:off x="8153476" y="673322"/>
            <a:ext cx="1981009" cy="1981009"/>
            <a:chOff x="0" y="0"/>
            <a:chExt cx="2641346" cy="2641346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2641346" cy="2641346"/>
            </a:xfrm>
            <a:custGeom>
              <a:avLst/>
              <a:gdLst/>
              <a:ahLst/>
              <a:cxnLst/>
              <a:rect l="l" t="t" r="r" b="b"/>
              <a:pathLst>
                <a:path w="2641346" h="2641346">
                  <a:moveTo>
                    <a:pt x="0" y="0"/>
                  </a:moveTo>
                  <a:lnTo>
                    <a:pt x="2641346" y="0"/>
                  </a:lnTo>
                  <a:lnTo>
                    <a:pt x="2641346" y="2641346"/>
                  </a:lnTo>
                  <a:lnTo>
                    <a:pt x="0" y="264134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/>
              </a:stretch>
            </a:blipFill>
          </p:spPr>
        </p:sp>
      </p:grpSp>
    </p:spTree>
  </p:cSld>
  <p:clrMapOvr>
    <a:masterClrMapping/>
  </p:clrMapOvr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C13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636175" y="3019425"/>
            <a:ext cx="17015603" cy="505485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5997"/>
              </a:lnSpc>
            </a:pPr>
            <a:r>
              <a:rPr lang="en-US" sz="10125" spc="1488">
                <a:solidFill>
                  <a:srgbClr val="404040"/>
                </a:solidFill>
                <a:latin typeface="Fredoka"/>
                <a:ea typeface="Fredoka"/>
                <a:cs typeface="Fredoka"/>
                <a:sym typeface="Fredoka"/>
              </a:rPr>
              <a:t>PINAGPAKASAKIT NI PONCIO PILATO,</a:t>
            </a:r>
          </a:p>
        </p:txBody>
      </p:sp>
      <p:grpSp>
        <p:nvGrpSpPr>
          <p:cNvPr id="3" name="Group 3"/>
          <p:cNvGrpSpPr/>
          <p:nvPr/>
        </p:nvGrpSpPr>
        <p:grpSpPr>
          <a:xfrm>
            <a:off x="8153476" y="673322"/>
            <a:ext cx="1981009" cy="1981009"/>
            <a:chOff x="0" y="0"/>
            <a:chExt cx="2641346" cy="2641346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2641346" cy="2641346"/>
            </a:xfrm>
            <a:custGeom>
              <a:avLst/>
              <a:gdLst/>
              <a:ahLst/>
              <a:cxnLst/>
              <a:rect l="l" t="t" r="r" b="b"/>
              <a:pathLst>
                <a:path w="2641346" h="2641346">
                  <a:moveTo>
                    <a:pt x="0" y="0"/>
                  </a:moveTo>
                  <a:lnTo>
                    <a:pt x="2641346" y="0"/>
                  </a:lnTo>
                  <a:lnTo>
                    <a:pt x="2641346" y="2641346"/>
                  </a:lnTo>
                  <a:lnTo>
                    <a:pt x="0" y="264134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/>
              </a:stretch>
            </a:blipFill>
          </p:spPr>
        </p:sp>
      </p:grpSp>
    </p:spTree>
  </p:cSld>
  <p:clrMapOvr>
    <a:masterClrMapping/>
  </p:clrMapOvr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C13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636175" y="2867025"/>
            <a:ext cx="17015603" cy="502158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5840"/>
              </a:lnSpc>
            </a:pPr>
            <a:r>
              <a:rPr lang="en-US" sz="10025" spc="1473">
                <a:solidFill>
                  <a:srgbClr val="404040"/>
                </a:solidFill>
                <a:latin typeface="Fredoka"/>
                <a:ea typeface="Fredoka"/>
                <a:cs typeface="Fredoka"/>
                <a:sym typeface="Fredoka"/>
              </a:rPr>
              <a:t> IPINAKO SA KRUS, NAMATAY, INILIBING. </a:t>
            </a:r>
          </a:p>
        </p:txBody>
      </p:sp>
      <p:grpSp>
        <p:nvGrpSpPr>
          <p:cNvPr id="3" name="Group 3"/>
          <p:cNvGrpSpPr/>
          <p:nvPr/>
        </p:nvGrpSpPr>
        <p:grpSpPr>
          <a:xfrm>
            <a:off x="8153476" y="673322"/>
            <a:ext cx="1981009" cy="1981009"/>
            <a:chOff x="0" y="0"/>
            <a:chExt cx="2641346" cy="2641346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2641346" cy="2641346"/>
            </a:xfrm>
            <a:custGeom>
              <a:avLst/>
              <a:gdLst/>
              <a:ahLst/>
              <a:cxnLst/>
              <a:rect l="l" t="t" r="r" b="b"/>
              <a:pathLst>
                <a:path w="2641346" h="2641346">
                  <a:moveTo>
                    <a:pt x="0" y="0"/>
                  </a:moveTo>
                  <a:lnTo>
                    <a:pt x="2641346" y="0"/>
                  </a:lnTo>
                  <a:lnTo>
                    <a:pt x="2641346" y="2641346"/>
                  </a:lnTo>
                  <a:lnTo>
                    <a:pt x="0" y="264134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/>
              </a:stretch>
            </a:blipFill>
          </p:spPr>
        </p:sp>
      </p:grpSp>
    </p:spTree>
  </p:cSld>
  <p:clrMapOvr>
    <a:masterClrMapping/>
  </p:clrMapOvr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C13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636175" y="2582323"/>
            <a:ext cx="17015603" cy="703135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5840"/>
              </a:lnSpc>
            </a:pPr>
            <a:r>
              <a:rPr lang="en-US" sz="10025" spc="1473">
                <a:solidFill>
                  <a:srgbClr val="404040"/>
                </a:solidFill>
                <a:latin typeface="Fredoka"/>
                <a:ea typeface="Fredoka"/>
                <a:cs typeface="Fredoka"/>
                <a:sym typeface="Fredoka"/>
              </a:rPr>
              <a:t> NANAOG SA KINAROROONAN  NG MGA YUMAO,</a:t>
            </a:r>
          </a:p>
        </p:txBody>
      </p:sp>
      <p:grpSp>
        <p:nvGrpSpPr>
          <p:cNvPr id="3" name="Group 3"/>
          <p:cNvGrpSpPr/>
          <p:nvPr/>
        </p:nvGrpSpPr>
        <p:grpSpPr>
          <a:xfrm>
            <a:off x="8153476" y="673322"/>
            <a:ext cx="1981009" cy="1981009"/>
            <a:chOff x="0" y="0"/>
            <a:chExt cx="2641346" cy="2641346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2641346" cy="2641346"/>
            </a:xfrm>
            <a:custGeom>
              <a:avLst/>
              <a:gdLst/>
              <a:ahLst/>
              <a:cxnLst/>
              <a:rect l="l" t="t" r="r" b="b"/>
              <a:pathLst>
                <a:path w="2641346" h="2641346">
                  <a:moveTo>
                    <a:pt x="0" y="0"/>
                  </a:moveTo>
                  <a:lnTo>
                    <a:pt x="2641346" y="0"/>
                  </a:lnTo>
                  <a:lnTo>
                    <a:pt x="2641346" y="2641346"/>
                  </a:lnTo>
                  <a:lnTo>
                    <a:pt x="0" y="264134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/>
              </a:stretch>
            </a:blipFill>
          </p:spPr>
        </p:sp>
      </p:grpSp>
    </p:spTree>
  </p:cSld>
  <p:clrMapOvr>
    <a:masterClrMapping/>
  </p:clrMapOvr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C13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499920" y="2895600"/>
            <a:ext cx="17288104" cy="632371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4737"/>
              </a:lnSpc>
            </a:pPr>
            <a:r>
              <a:rPr lang="en-US" sz="10025" spc="1473">
                <a:solidFill>
                  <a:srgbClr val="404040"/>
                </a:solidFill>
                <a:latin typeface="Fredoka"/>
                <a:ea typeface="Fredoka"/>
                <a:cs typeface="Fredoka"/>
                <a:sym typeface="Fredoka"/>
              </a:rPr>
              <a:t>NANG MAY IKATLONG ARAW NABUHAY NA MAG-ULI. </a:t>
            </a:r>
          </a:p>
        </p:txBody>
      </p:sp>
      <p:grpSp>
        <p:nvGrpSpPr>
          <p:cNvPr id="3" name="Group 3"/>
          <p:cNvGrpSpPr/>
          <p:nvPr/>
        </p:nvGrpSpPr>
        <p:grpSpPr>
          <a:xfrm>
            <a:off x="8153476" y="673322"/>
            <a:ext cx="1981009" cy="1981009"/>
            <a:chOff x="0" y="0"/>
            <a:chExt cx="2641346" cy="2641346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2641346" cy="2641346"/>
            </a:xfrm>
            <a:custGeom>
              <a:avLst/>
              <a:gdLst/>
              <a:ahLst/>
              <a:cxnLst/>
              <a:rect l="l" t="t" r="r" b="b"/>
              <a:pathLst>
                <a:path w="2641346" h="2641346">
                  <a:moveTo>
                    <a:pt x="0" y="0"/>
                  </a:moveTo>
                  <a:lnTo>
                    <a:pt x="2641346" y="0"/>
                  </a:lnTo>
                  <a:lnTo>
                    <a:pt x="2641346" y="2641346"/>
                  </a:lnTo>
                  <a:lnTo>
                    <a:pt x="0" y="264134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/>
              </a:stretch>
            </a:blipFill>
          </p:spPr>
        </p:sp>
      </p:grpSp>
    </p:spTree>
  </p:cSld>
  <p:clrMapOvr>
    <a:masterClrMapping/>
  </p:clrMapOvr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C13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312410" y="2819400"/>
            <a:ext cx="17663131" cy="576229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4295"/>
              </a:lnSpc>
            </a:pPr>
            <a:r>
              <a:rPr lang="en-US" sz="9999" spc="1429">
                <a:solidFill>
                  <a:srgbClr val="404040"/>
                </a:solidFill>
                <a:latin typeface="Fredoka"/>
                <a:ea typeface="Fredoka"/>
                <a:cs typeface="Fredoka"/>
                <a:sym typeface="Fredoka"/>
              </a:rPr>
              <a:t>UMAKYAT SA LANGIT, NALULUKLOK SA KANAN NG DIYOS,</a:t>
            </a:r>
          </a:p>
        </p:txBody>
      </p:sp>
      <p:grpSp>
        <p:nvGrpSpPr>
          <p:cNvPr id="3" name="Group 3"/>
          <p:cNvGrpSpPr/>
          <p:nvPr/>
        </p:nvGrpSpPr>
        <p:grpSpPr>
          <a:xfrm>
            <a:off x="8153476" y="673322"/>
            <a:ext cx="1981009" cy="1981009"/>
            <a:chOff x="0" y="0"/>
            <a:chExt cx="2641346" cy="2641346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2641346" cy="2641346"/>
            </a:xfrm>
            <a:custGeom>
              <a:avLst/>
              <a:gdLst/>
              <a:ahLst/>
              <a:cxnLst/>
              <a:rect l="l" t="t" r="r" b="b"/>
              <a:pathLst>
                <a:path w="2641346" h="2641346">
                  <a:moveTo>
                    <a:pt x="0" y="0"/>
                  </a:moveTo>
                  <a:lnTo>
                    <a:pt x="2641346" y="0"/>
                  </a:lnTo>
                  <a:lnTo>
                    <a:pt x="2641346" y="2641346"/>
                  </a:lnTo>
                  <a:lnTo>
                    <a:pt x="0" y="264134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/>
              </a:stretch>
            </a:blipFill>
          </p:spPr>
        </p:sp>
      </p:grpSp>
    </p:spTree>
  </p:cSld>
  <p:clrMapOvr>
    <a:masterClrMapping/>
  </p:clrMapOvr>
</p:sld>
</file>

<file path=ppt/slides/slide7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C13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514331" y="2495550"/>
            <a:ext cx="17259300" cy="694893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5739"/>
              </a:lnSpc>
            </a:pPr>
            <a:r>
              <a:rPr lang="en-US" sz="10025" spc="1473">
                <a:solidFill>
                  <a:srgbClr val="404040"/>
                </a:solidFill>
                <a:latin typeface="Fredoka"/>
                <a:ea typeface="Fredoka"/>
                <a:cs typeface="Fredoka"/>
                <a:sym typeface="Fredoka"/>
              </a:rPr>
              <a:t> AMANG MAKAPANGYARIHAN SA LAHAT. </a:t>
            </a:r>
          </a:p>
        </p:txBody>
      </p:sp>
      <p:grpSp>
        <p:nvGrpSpPr>
          <p:cNvPr id="3" name="Group 3"/>
          <p:cNvGrpSpPr/>
          <p:nvPr/>
        </p:nvGrpSpPr>
        <p:grpSpPr>
          <a:xfrm>
            <a:off x="8153476" y="673322"/>
            <a:ext cx="1981009" cy="1981009"/>
            <a:chOff x="0" y="0"/>
            <a:chExt cx="2641346" cy="2641346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2641346" cy="2641346"/>
            </a:xfrm>
            <a:custGeom>
              <a:avLst/>
              <a:gdLst/>
              <a:ahLst/>
              <a:cxnLst/>
              <a:rect l="l" t="t" r="r" b="b"/>
              <a:pathLst>
                <a:path w="2641346" h="2641346">
                  <a:moveTo>
                    <a:pt x="0" y="0"/>
                  </a:moveTo>
                  <a:lnTo>
                    <a:pt x="2641346" y="0"/>
                  </a:lnTo>
                  <a:lnTo>
                    <a:pt x="2641346" y="2641346"/>
                  </a:lnTo>
                  <a:lnTo>
                    <a:pt x="0" y="264134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/>
              </a:stretch>
            </a:blipFill>
          </p:spPr>
        </p:sp>
      </p:grpSp>
    </p:spTree>
  </p:cSld>
  <p:clrMapOvr>
    <a:masterClrMapping/>
  </p:clrMapOvr>
</p:sld>
</file>

<file path=ppt/slides/slide7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C13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510635" y="2187302"/>
            <a:ext cx="17266682" cy="781659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4640"/>
              </a:lnSpc>
            </a:pPr>
            <a:r>
              <a:rPr lang="en-US" sz="9999" spc="1369">
                <a:solidFill>
                  <a:srgbClr val="404040"/>
                </a:solidFill>
                <a:latin typeface="Fredoka"/>
                <a:ea typeface="Fredoka"/>
                <a:cs typeface="Fredoka"/>
                <a:sym typeface="Fredoka"/>
              </a:rPr>
              <a:t> DOON MAGMUMULANG PARIRITO AT HUHUKOM</a:t>
            </a:r>
          </a:p>
        </p:txBody>
      </p:sp>
      <p:grpSp>
        <p:nvGrpSpPr>
          <p:cNvPr id="3" name="Group 3"/>
          <p:cNvGrpSpPr/>
          <p:nvPr/>
        </p:nvGrpSpPr>
        <p:grpSpPr>
          <a:xfrm>
            <a:off x="8153476" y="673322"/>
            <a:ext cx="1981009" cy="1981009"/>
            <a:chOff x="0" y="0"/>
            <a:chExt cx="2641346" cy="2641346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2641346" cy="2641346"/>
            </a:xfrm>
            <a:custGeom>
              <a:avLst/>
              <a:gdLst/>
              <a:ahLst/>
              <a:cxnLst/>
              <a:rect l="l" t="t" r="r" b="b"/>
              <a:pathLst>
                <a:path w="2641346" h="2641346">
                  <a:moveTo>
                    <a:pt x="0" y="0"/>
                  </a:moveTo>
                  <a:lnTo>
                    <a:pt x="2641346" y="0"/>
                  </a:lnTo>
                  <a:lnTo>
                    <a:pt x="2641346" y="2641346"/>
                  </a:lnTo>
                  <a:lnTo>
                    <a:pt x="0" y="264134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/>
              </a:stretch>
            </a:blipFill>
          </p:spPr>
        </p:sp>
      </p:grpSp>
    </p:spTree>
  </p:cSld>
  <p:clrMapOvr>
    <a:masterClrMapping/>
  </p:clrMapOvr>
</p:sld>
</file>

<file path=ppt/slides/slide7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C13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514331" y="2895600"/>
            <a:ext cx="17259300" cy="593230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4640"/>
              </a:lnSpc>
            </a:pPr>
            <a:r>
              <a:rPr lang="en-US" sz="9999" spc="1369">
                <a:solidFill>
                  <a:srgbClr val="404040"/>
                </a:solidFill>
                <a:latin typeface="Fredoka"/>
                <a:ea typeface="Fredoka"/>
                <a:cs typeface="Fredoka"/>
                <a:sym typeface="Fredoka"/>
              </a:rPr>
              <a:t>SA NANGABUBUHAY</a:t>
            </a:r>
          </a:p>
          <a:p>
            <a:pPr algn="ctr">
              <a:lnSpc>
                <a:spcPts val="14640"/>
              </a:lnSpc>
            </a:pPr>
            <a:r>
              <a:rPr lang="en-US" sz="9999" spc="1369">
                <a:solidFill>
                  <a:srgbClr val="404040"/>
                </a:solidFill>
                <a:latin typeface="Fredoka"/>
                <a:ea typeface="Fredoka"/>
                <a:cs typeface="Fredoka"/>
                <a:sym typeface="Fredoka"/>
              </a:rPr>
              <a:t> AT NANGAMATAY NA TAO</a:t>
            </a:r>
          </a:p>
        </p:txBody>
      </p:sp>
      <p:grpSp>
        <p:nvGrpSpPr>
          <p:cNvPr id="3" name="Group 3"/>
          <p:cNvGrpSpPr/>
          <p:nvPr/>
        </p:nvGrpSpPr>
        <p:grpSpPr>
          <a:xfrm>
            <a:off x="8153476" y="673322"/>
            <a:ext cx="1981009" cy="1981009"/>
            <a:chOff x="0" y="0"/>
            <a:chExt cx="2641346" cy="2641346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2641346" cy="2641346"/>
            </a:xfrm>
            <a:custGeom>
              <a:avLst/>
              <a:gdLst/>
              <a:ahLst/>
              <a:cxnLst/>
              <a:rect l="l" t="t" r="r" b="b"/>
              <a:pathLst>
                <a:path w="2641346" h="2641346">
                  <a:moveTo>
                    <a:pt x="0" y="0"/>
                  </a:moveTo>
                  <a:lnTo>
                    <a:pt x="2641346" y="0"/>
                  </a:lnTo>
                  <a:lnTo>
                    <a:pt x="2641346" y="2641346"/>
                  </a:lnTo>
                  <a:lnTo>
                    <a:pt x="0" y="264134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/>
              </a:stretch>
            </a:blipFill>
          </p:spPr>
        </p:sp>
      </p:grpSp>
    </p:spTree>
  </p:cSld>
  <p:clrMapOvr>
    <a:masterClrMapping/>
  </p:clrMapOvr>
</p:sld>
</file>

<file path=ppt/slides/slide7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C13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954119" y="2796502"/>
            <a:ext cx="16379752" cy="707805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3520"/>
              </a:lnSpc>
            </a:pPr>
            <a:r>
              <a:rPr lang="en-US" sz="9999" spc="1368">
                <a:solidFill>
                  <a:srgbClr val="404040"/>
                </a:solidFill>
                <a:latin typeface="Fredoka"/>
                <a:ea typeface="Fredoka"/>
                <a:cs typeface="Fredoka"/>
                <a:sym typeface="Fredoka"/>
              </a:rPr>
              <a:t>SUMASAMPALATAYA NAMAN AKO SA DIYOS ESPIRITU SANTO,</a:t>
            </a:r>
          </a:p>
        </p:txBody>
      </p:sp>
      <p:grpSp>
        <p:nvGrpSpPr>
          <p:cNvPr id="3" name="Group 3"/>
          <p:cNvGrpSpPr/>
          <p:nvPr/>
        </p:nvGrpSpPr>
        <p:grpSpPr>
          <a:xfrm>
            <a:off x="8153476" y="673322"/>
            <a:ext cx="1981009" cy="1981009"/>
            <a:chOff x="0" y="0"/>
            <a:chExt cx="2641346" cy="2641346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2641346" cy="2641346"/>
            </a:xfrm>
            <a:custGeom>
              <a:avLst/>
              <a:gdLst/>
              <a:ahLst/>
              <a:cxnLst/>
              <a:rect l="l" t="t" r="r" b="b"/>
              <a:pathLst>
                <a:path w="2641346" h="2641346">
                  <a:moveTo>
                    <a:pt x="0" y="0"/>
                  </a:moveTo>
                  <a:lnTo>
                    <a:pt x="2641346" y="0"/>
                  </a:lnTo>
                  <a:lnTo>
                    <a:pt x="2641346" y="2641346"/>
                  </a:lnTo>
                  <a:lnTo>
                    <a:pt x="0" y="264134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/>
              </a:stretch>
            </a:blipFill>
          </p:spPr>
        </p:sp>
      </p:grpSp>
    </p:spTree>
  </p:cSld>
  <p:clrMapOvr>
    <a:masterClrMapping/>
  </p:clrMapOvr>
</p:sld>
</file>

<file path=ppt/slides/slide7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C13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1135771" y="2609850"/>
            <a:ext cx="16016411" cy="629526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4826"/>
              </a:lnSpc>
            </a:pPr>
            <a:r>
              <a:rPr lang="en-US" sz="10224" spc="1500">
                <a:solidFill>
                  <a:srgbClr val="404040"/>
                </a:solidFill>
                <a:latin typeface="Fredoka"/>
                <a:ea typeface="Fredoka"/>
                <a:cs typeface="Fredoka"/>
                <a:sym typeface="Fredoka"/>
              </a:rPr>
              <a:t>SA BANAL NA SIMBAHANG KATOLIKA,</a:t>
            </a:r>
          </a:p>
        </p:txBody>
      </p:sp>
      <p:grpSp>
        <p:nvGrpSpPr>
          <p:cNvPr id="3" name="Group 3"/>
          <p:cNvGrpSpPr/>
          <p:nvPr/>
        </p:nvGrpSpPr>
        <p:grpSpPr>
          <a:xfrm>
            <a:off x="8153476" y="673322"/>
            <a:ext cx="1981009" cy="1981009"/>
            <a:chOff x="0" y="0"/>
            <a:chExt cx="2641346" cy="2641346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2641346" cy="2641346"/>
            </a:xfrm>
            <a:custGeom>
              <a:avLst/>
              <a:gdLst/>
              <a:ahLst/>
              <a:cxnLst/>
              <a:rect l="l" t="t" r="r" b="b"/>
              <a:pathLst>
                <a:path w="2641346" h="2641346">
                  <a:moveTo>
                    <a:pt x="0" y="0"/>
                  </a:moveTo>
                  <a:lnTo>
                    <a:pt x="2641346" y="0"/>
                  </a:lnTo>
                  <a:lnTo>
                    <a:pt x="2641346" y="2641346"/>
                  </a:lnTo>
                  <a:lnTo>
                    <a:pt x="0" y="264134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/>
              </a:stretch>
            </a:blipFill>
          </p:spPr>
        </p:sp>
      </p:grpSp>
    </p:spTree>
  </p:cSld>
  <p:clrMapOvr>
    <a:masterClrMapping/>
  </p:clrMapOvr>
</p:sld>
</file>

<file path=ppt/slides/slide7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C13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1135799" y="2922384"/>
            <a:ext cx="16016411" cy="445376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4970"/>
              </a:lnSpc>
            </a:pPr>
            <a:r>
              <a:rPr lang="en-US" sz="10324" spc="1516">
                <a:solidFill>
                  <a:srgbClr val="404040"/>
                </a:solidFill>
                <a:latin typeface="Fredoka"/>
                <a:ea typeface="Fredoka"/>
                <a:cs typeface="Fredoka"/>
                <a:sym typeface="Fredoka"/>
              </a:rPr>
              <a:t> SA KASAMAHAN NG MGA BANAL;</a:t>
            </a:r>
          </a:p>
        </p:txBody>
      </p:sp>
      <p:grpSp>
        <p:nvGrpSpPr>
          <p:cNvPr id="3" name="Group 3"/>
          <p:cNvGrpSpPr/>
          <p:nvPr/>
        </p:nvGrpSpPr>
        <p:grpSpPr>
          <a:xfrm>
            <a:off x="8153476" y="673322"/>
            <a:ext cx="1981009" cy="1981009"/>
            <a:chOff x="0" y="0"/>
            <a:chExt cx="2641346" cy="2641346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2641346" cy="2641346"/>
            </a:xfrm>
            <a:custGeom>
              <a:avLst/>
              <a:gdLst/>
              <a:ahLst/>
              <a:cxnLst/>
              <a:rect l="l" t="t" r="r" b="b"/>
              <a:pathLst>
                <a:path w="2641346" h="2641346">
                  <a:moveTo>
                    <a:pt x="0" y="0"/>
                  </a:moveTo>
                  <a:lnTo>
                    <a:pt x="2641346" y="0"/>
                  </a:lnTo>
                  <a:lnTo>
                    <a:pt x="2641346" y="2641346"/>
                  </a:lnTo>
                  <a:lnTo>
                    <a:pt x="0" y="264134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/>
              </a:stretch>
            </a:blipFill>
          </p:spPr>
        </p:sp>
      </p:grpSp>
    </p:spTree>
  </p:cSld>
  <p:clrMapOvr>
    <a:masterClrMapping/>
  </p:clrMapOvr>
</p:sld>
</file>

<file path=ppt/slides/slide7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C13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533991" y="2327719"/>
            <a:ext cx="17219981" cy="700011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5951"/>
              </a:lnSpc>
            </a:pPr>
            <a:r>
              <a:rPr lang="en-US" sz="10224" spc="1500">
                <a:solidFill>
                  <a:srgbClr val="404040"/>
                </a:solidFill>
                <a:latin typeface="Fredoka"/>
                <a:ea typeface="Fredoka"/>
                <a:cs typeface="Fredoka"/>
                <a:sym typeface="Fredoka"/>
              </a:rPr>
              <a:t>SA KAPATAWARAN NG MGA KASALANAN, </a:t>
            </a:r>
          </a:p>
        </p:txBody>
      </p:sp>
      <p:grpSp>
        <p:nvGrpSpPr>
          <p:cNvPr id="3" name="Group 3"/>
          <p:cNvGrpSpPr/>
          <p:nvPr/>
        </p:nvGrpSpPr>
        <p:grpSpPr>
          <a:xfrm>
            <a:off x="8153476" y="673322"/>
            <a:ext cx="1981009" cy="1981009"/>
            <a:chOff x="0" y="0"/>
            <a:chExt cx="2641346" cy="2641346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2641346" cy="2641346"/>
            </a:xfrm>
            <a:custGeom>
              <a:avLst/>
              <a:gdLst/>
              <a:ahLst/>
              <a:cxnLst/>
              <a:rect l="l" t="t" r="r" b="b"/>
              <a:pathLst>
                <a:path w="2641346" h="2641346">
                  <a:moveTo>
                    <a:pt x="0" y="0"/>
                  </a:moveTo>
                  <a:lnTo>
                    <a:pt x="2641346" y="0"/>
                  </a:lnTo>
                  <a:lnTo>
                    <a:pt x="2641346" y="2641346"/>
                  </a:lnTo>
                  <a:lnTo>
                    <a:pt x="0" y="264134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/>
              </a:stretch>
            </a:blipFill>
          </p:spPr>
        </p:sp>
      </p:grpSp>
    </p:spTree>
  </p:cSld>
  <p:clrMapOvr>
    <a:masterClrMapping/>
  </p:clrMapOvr>
</p:sld>
</file>

<file path=ppt/slides/slide7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C13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920039" y="2312832"/>
            <a:ext cx="16447875" cy="793115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4079"/>
              </a:lnSpc>
            </a:pPr>
            <a:r>
              <a:rPr lang="en-US" sz="9025" spc="1326">
                <a:solidFill>
                  <a:srgbClr val="404040"/>
                </a:solidFill>
                <a:latin typeface="Fredoka"/>
                <a:ea typeface="Fredoka"/>
                <a:cs typeface="Fredoka"/>
                <a:sym typeface="Fredoka"/>
              </a:rPr>
              <a:t>SA PAGKABUHAY NA MAG-ULI NG NANGAMATAY NA TAO,</a:t>
            </a:r>
          </a:p>
        </p:txBody>
      </p:sp>
      <p:grpSp>
        <p:nvGrpSpPr>
          <p:cNvPr id="3" name="Group 3"/>
          <p:cNvGrpSpPr/>
          <p:nvPr/>
        </p:nvGrpSpPr>
        <p:grpSpPr>
          <a:xfrm>
            <a:off x="8153476" y="419100"/>
            <a:ext cx="1981009" cy="1981009"/>
            <a:chOff x="0" y="0"/>
            <a:chExt cx="2641346" cy="2641346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2641346" cy="2641346"/>
            </a:xfrm>
            <a:custGeom>
              <a:avLst/>
              <a:gdLst/>
              <a:ahLst/>
              <a:cxnLst/>
              <a:rect l="l" t="t" r="r" b="b"/>
              <a:pathLst>
                <a:path w="2641346" h="2641346">
                  <a:moveTo>
                    <a:pt x="0" y="0"/>
                  </a:moveTo>
                  <a:lnTo>
                    <a:pt x="2641346" y="0"/>
                  </a:lnTo>
                  <a:lnTo>
                    <a:pt x="2641346" y="2641346"/>
                  </a:lnTo>
                  <a:lnTo>
                    <a:pt x="0" y="264134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/>
              </a:stretch>
            </a:blipFill>
          </p:spPr>
        </p:sp>
      </p:grpSp>
    </p:spTree>
  </p:cSld>
  <p:clrMapOvr>
    <a:masterClrMapping/>
  </p:clrMapOvr>
</p:sld>
</file>

<file path=ppt/slides/slide8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C13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885977" y="3295650"/>
            <a:ext cx="16516007" cy="569858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3734"/>
              </a:lnSpc>
            </a:pPr>
            <a:r>
              <a:rPr lang="en-US" sz="10025" spc="1473">
                <a:solidFill>
                  <a:srgbClr val="404040"/>
                </a:solidFill>
                <a:latin typeface="Fredoka"/>
                <a:ea typeface="Fredoka"/>
                <a:cs typeface="Fredoka"/>
                <a:sym typeface="Fredoka"/>
              </a:rPr>
              <a:t>AT SA BUHAY </a:t>
            </a:r>
          </a:p>
          <a:p>
            <a:pPr algn="ctr">
              <a:lnSpc>
                <a:spcPts val="13734"/>
              </a:lnSpc>
            </a:pPr>
            <a:r>
              <a:rPr lang="en-US" sz="10025" spc="1473">
                <a:solidFill>
                  <a:srgbClr val="404040"/>
                </a:solidFill>
                <a:latin typeface="Fredoka"/>
                <a:ea typeface="Fredoka"/>
                <a:cs typeface="Fredoka"/>
                <a:sym typeface="Fredoka"/>
              </a:rPr>
              <a:t>NA</a:t>
            </a:r>
          </a:p>
          <a:p>
            <a:pPr algn="ctr">
              <a:lnSpc>
                <a:spcPts val="13734"/>
              </a:lnSpc>
            </a:pPr>
            <a:r>
              <a:rPr lang="en-US" sz="10025" spc="1473">
                <a:solidFill>
                  <a:srgbClr val="404040"/>
                </a:solidFill>
                <a:latin typeface="Fredoka"/>
                <a:ea typeface="Fredoka"/>
                <a:cs typeface="Fredoka"/>
                <a:sym typeface="Fredoka"/>
              </a:rPr>
              <a:t> WALANG HANGGAN.</a:t>
            </a:r>
          </a:p>
        </p:txBody>
      </p:sp>
      <p:grpSp>
        <p:nvGrpSpPr>
          <p:cNvPr id="3" name="Group 3"/>
          <p:cNvGrpSpPr/>
          <p:nvPr/>
        </p:nvGrpSpPr>
        <p:grpSpPr>
          <a:xfrm>
            <a:off x="8153476" y="673322"/>
            <a:ext cx="1981009" cy="1981009"/>
            <a:chOff x="0" y="0"/>
            <a:chExt cx="2641346" cy="2641346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2641346" cy="2641346"/>
            </a:xfrm>
            <a:custGeom>
              <a:avLst/>
              <a:gdLst/>
              <a:ahLst/>
              <a:cxnLst/>
              <a:rect l="l" t="t" r="r" b="b"/>
              <a:pathLst>
                <a:path w="2641346" h="2641346">
                  <a:moveTo>
                    <a:pt x="0" y="0"/>
                  </a:moveTo>
                  <a:lnTo>
                    <a:pt x="2641346" y="0"/>
                  </a:lnTo>
                  <a:lnTo>
                    <a:pt x="2641346" y="2641346"/>
                  </a:lnTo>
                  <a:lnTo>
                    <a:pt x="0" y="264134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/>
              </a:stretch>
            </a:blipFill>
          </p:spPr>
        </p:sp>
      </p:grpSp>
    </p:spTree>
  </p:cSld>
  <p:clrMapOvr>
    <a:masterClrMapping/>
  </p:clrMapOvr>
</p:sld>
</file>

<file path=ppt/slides/slide8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C13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13008597" y="319192"/>
            <a:ext cx="1749809" cy="1559185"/>
            <a:chOff x="0" y="0"/>
            <a:chExt cx="2333079" cy="2078914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2333117" cy="2078863"/>
            </a:xfrm>
            <a:custGeom>
              <a:avLst/>
              <a:gdLst/>
              <a:ahLst/>
              <a:cxnLst/>
              <a:rect l="l" t="t" r="r" b="b"/>
              <a:pathLst>
                <a:path w="2333117" h="2078863">
                  <a:moveTo>
                    <a:pt x="0" y="0"/>
                  </a:moveTo>
                  <a:lnTo>
                    <a:pt x="2333117" y="0"/>
                  </a:lnTo>
                  <a:lnTo>
                    <a:pt x="2333117" y="2078863"/>
                  </a:lnTo>
                  <a:lnTo>
                    <a:pt x="0" y="207886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t="-6112" r="1" b="-6115"/>
              </a:stretch>
            </a:blipFill>
          </p:spPr>
        </p:sp>
      </p:grpSp>
      <p:grpSp>
        <p:nvGrpSpPr>
          <p:cNvPr id="4" name="Group 4"/>
          <p:cNvGrpSpPr/>
          <p:nvPr/>
        </p:nvGrpSpPr>
        <p:grpSpPr>
          <a:xfrm>
            <a:off x="16535400" y="8039100"/>
            <a:ext cx="2239232" cy="57150"/>
            <a:chOff x="0" y="0"/>
            <a:chExt cx="2985643" cy="76200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2985643" cy="76200"/>
            </a:xfrm>
            <a:custGeom>
              <a:avLst/>
              <a:gdLst/>
              <a:ahLst/>
              <a:cxnLst/>
              <a:rect l="l" t="t" r="r" b="b"/>
              <a:pathLst>
                <a:path w="2985643" h="76200">
                  <a:moveTo>
                    <a:pt x="0" y="25400"/>
                  </a:moveTo>
                  <a:lnTo>
                    <a:pt x="2985262" y="0"/>
                  </a:lnTo>
                  <a:lnTo>
                    <a:pt x="2985643" y="50800"/>
                  </a:lnTo>
                  <a:lnTo>
                    <a:pt x="508" y="76200"/>
                  </a:lnTo>
                  <a:close/>
                </a:path>
              </a:pathLst>
            </a:custGeom>
            <a:solidFill>
              <a:srgbClr val="FFFFFF"/>
            </a:solidFill>
            <a:ln w="12700">
              <a:solidFill>
                <a:srgbClr val="000000"/>
              </a:solidFill>
            </a:ln>
          </p:spPr>
        </p:sp>
      </p:grpSp>
      <p:grpSp>
        <p:nvGrpSpPr>
          <p:cNvPr id="6" name="Group 6"/>
          <p:cNvGrpSpPr/>
          <p:nvPr/>
        </p:nvGrpSpPr>
        <p:grpSpPr>
          <a:xfrm>
            <a:off x="8962168" y="8069990"/>
            <a:ext cx="2239232" cy="57150"/>
            <a:chOff x="0" y="0"/>
            <a:chExt cx="2985643" cy="76200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2985643" cy="76200"/>
            </a:xfrm>
            <a:custGeom>
              <a:avLst/>
              <a:gdLst/>
              <a:ahLst/>
              <a:cxnLst/>
              <a:rect l="l" t="t" r="r" b="b"/>
              <a:pathLst>
                <a:path w="2985643" h="76200">
                  <a:moveTo>
                    <a:pt x="0" y="25400"/>
                  </a:moveTo>
                  <a:lnTo>
                    <a:pt x="2985262" y="0"/>
                  </a:lnTo>
                  <a:lnTo>
                    <a:pt x="2985643" y="50800"/>
                  </a:lnTo>
                  <a:lnTo>
                    <a:pt x="508" y="76200"/>
                  </a:lnTo>
                  <a:close/>
                </a:path>
              </a:pathLst>
            </a:custGeom>
            <a:solidFill>
              <a:srgbClr val="FFFFFF"/>
            </a:solidFill>
            <a:ln w="12700">
              <a:solidFill>
                <a:srgbClr val="000000"/>
              </a:solidFill>
            </a:ln>
          </p:spPr>
        </p:sp>
      </p:grpSp>
      <p:grpSp>
        <p:nvGrpSpPr>
          <p:cNvPr id="8" name="Group 8"/>
          <p:cNvGrpSpPr/>
          <p:nvPr/>
        </p:nvGrpSpPr>
        <p:grpSpPr>
          <a:xfrm>
            <a:off x="10596582" y="8978570"/>
            <a:ext cx="6856286" cy="814578"/>
            <a:chOff x="0" y="0"/>
            <a:chExt cx="9141714" cy="1086104"/>
          </a:xfrm>
        </p:grpSpPr>
        <p:sp>
          <p:nvSpPr>
            <p:cNvPr id="9" name="Freeform 9"/>
            <p:cNvSpPr/>
            <p:nvPr/>
          </p:nvSpPr>
          <p:spPr>
            <a:xfrm>
              <a:off x="8509" y="8509"/>
              <a:ext cx="9129014" cy="1073404"/>
            </a:xfrm>
            <a:custGeom>
              <a:avLst/>
              <a:gdLst/>
              <a:ahLst/>
              <a:cxnLst/>
              <a:rect l="l" t="t" r="r" b="b"/>
              <a:pathLst>
                <a:path w="9129014" h="1073404">
                  <a:moveTo>
                    <a:pt x="0" y="0"/>
                  </a:moveTo>
                  <a:lnTo>
                    <a:pt x="9129014" y="0"/>
                  </a:lnTo>
                  <a:lnTo>
                    <a:pt x="9129014" y="1073404"/>
                  </a:lnTo>
                  <a:lnTo>
                    <a:pt x="0" y="1073404"/>
                  </a:lnTo>
                  <a:close/>
                </a:path>
              </a:pathLst>
            </a:custGeom>
            <a:solidFill>
              <a:srgbClr val="352C2F"/>
            </a:solidFill>
            <a:ln w="12700">
              <a:solidFill>
                <a:srgbClr val="000000"/>
              </a:solidFill>
            </a:ln>
          </p:spPr>
        </p:sp>
        <p:sp>
          <p:nvSpPr>
            <p:cNvPr id="10" name="Freeform 10"/>
            <p:cNvSpPr/>
            <p:nvPr/>
          </p:nvSpPr>
          <p:spPr>
            <a:xfrm>
              <a:off x="0" y="0"/>
              <a:ext cx="9146032" cy="1090422"/>
            </a:xfrm>
            <a:custGeom>
              <a:avLst/>
              <a:gdLst/>
              <a:ahLst/>
              <a:cxnLst/>
              <a:rect l="l" t="t" r="r" b="b"/>
              <a:pathLst>
                <a:path w="9146032" h="1090422">
                  <a:moveTo>
                    <a:pt x="8509" y="0"/>
                  </a:moveTo>
                  <a:lnTo>
                    <a:pt x="9137523" y="0"/>
                  </a:lnTo>
                  <a:cubicBezTo>
                    <a:pt x="9142222" y="0"/>
                    <a:pt x="9146032" y="3810"/>
                    <a:pt x="9146032" y="8509"/>
                  </a:cubicBezTo>
                  <a:lnTo>
                    <a:pt x="9146032" y="1081913"/>
                  </a:lnTo>
                  <a:cubicBezTo>
                    <a:pt x="9146032" y="1086612"/>
                    <a:pt x="9142222" y="1090422"/>
                    <a:pt x="9137523" y="1090422"/>
                  </a:cubicBezTo>
                  <a:lnTo>
                    <a:pt x="8509" y="1090422"/>
                  </a:lnTo>
                  <a:cubicBezTo>
                    <a:pt x="3810" y="1090422"/>
                    <a:pt x="0" y="1086612"/>
                    <a:pt x="0" y="1081913"/>
                  </a:cubicBezTo>
                  <a:lnTo>
                    <a:pt x="0" y="8509"/>
                  </a:lnTo>
                  <a:cubicBezTo>
                    <a:pt x="0" y="3810"/>
                    <a:pt x="3810" y="0"/>
                    <a:pt x="8509" y="0"/>
                  </a:cubicBezTo>
                  <a:moveTo>
                    <a:pt x="8509" y="16891"/>
                  </a:moveTo>
                  <a:lnTo>
                    <a:pt x="8509" y="8509"/>
                  </a:lnTo>
                  <a:lnTo>
                    <a:pt x="17018" y="8509"/>
                  </a:lnTo>
                  <a:lnTo>
                    <a:pt x="17018" y="1081913"/>
                  </a:lnTo>
                  <a:lnTo>
                    <a:pt x="8509" y="1081913"/>
                  </a:lnTo>
                  <a:lnTo>
                    <a:pt x="8509" y="1073404"/>
                  </a:lnTo>
                  <a:lnTo>
                    <a:pt x="9137523" y="1073404"/>
                  </a:lnTo>
                  <a:lnTo>
                    <a:pt x="9137523" y="1081913"/>
                  </a:lnTo>
                  <a:lnTo>
                    <a:pt x="9129014" y="1081913"/>
                  </a:lnTo>
                  <a:lnTo>
                    <a:pt x="9129014" y="8509"/>
                  </a:lnTo>
                  <a:lnTo>
                    <a:pt x="9137523" y="8509"/>
                  </a:lnTo>
                  <a:lnTo>
                    <a:pt x="9137523" y="17018"/>
                  </a:lnTo>
                  <a:lnTo>
                    <a:pt x="8509" y="17018"/>
                  </a:lnTo>
                  <a:close/>
                </a:path>
              </a:pathLst>
            </a:custGeom>
            <a:solidFill>
              <a:srgbClr val="000000"/>
            </a:solidFill>
            <a:ln w="12700">
              <a:solidFill>
                <a:srgbClr val="000000"/>
              </a:solidFill>
            </a:ln>
          </p:spPr>
        </p:sp>
      </p:grpSp>
      <p:sp>
        <p:nvSpPr>
          <p:cNvPr id="11" name="Freeform 11"/>
          <p:cNvSpPr/>
          <p:nvPr/>
        </p:nvSpPr>
        <p:spPr>
          <a:xfrm>
            <a:off x="0" y="0"/>
            <a:ext cx="8962168" cy="10976993"/>
          </a:xfrm>
          <a:custGeom>
            <a:avLst/>
            <a:gdLst/>
            <a:ahLst/>
            <a:cxnLst/>
            <a:rect l="l" t="t" r="r" b="b"/>
            <a:pathLst>
              <a:path w="8962168" h="10976993">
                <a:moveTo>
                  <a:pt x="0" y="0"/>
                </a:moveTo>
                <a:lnTo>
                  <a:pt x="8962168" y="0"/>
                </a:lnTo>
                <a:lnTo>
                  <a:pt x="8962168" y="10976993"/>
                </a:lnTo>
                <a:lnTo>
                  <a:pt x="0" y="10976993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t="-2086" b="-2086"/>
            </a:stretch>
          </a:blipFill>
        </p:spPr>
      </p:sp>
      <p:sp>
        <p:nvSpPr>
          <p:cNvPr id="12" name="TextBox 12"/>
          <p:cNvSpPr txBox="1"/>
          <p:nvPr/>
        </p:nvSpPr>
        <p:spPr>
          <a:xfrm>
            <a:off x="11351479" y="7701978"/>
            <a:ext cx="5064071" cy="67424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5401"/>
              </a:lnSpc>
            </a:pPr>
            <a:r>
              <a:rPr lang="en-US" sz="3800" spc="428" dirty="0">
                <a:solidFill>
                  <a:srgbClr val="404040"/>
                </a:solidFill>
                <a:latin typeface="Yeseva One"/>
                <a:ea typeface="Yeseva One"/>
                <a:cs typeface="Yeseva One"/>
                <a:sym typeface="Yeseva One"/>
              </a:rPr>
              <a:t>Mateo 2, 2-12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10669391" y="9074258"/>
            <a:ext cx="6713906" cy="62644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5151"/>
              </a:lnSpc>
            </a:pPr>
            <a:r>
              <a:rPr lang="en-US" sz="3528" spc="409" dirty="0">
                <a:solidFill>
                  <a:srgbClr val="FFFFFF"/>
                </a:solidFill>
                <a:latin typeface="Yeseva One"/>
                <a:ea typeface="Yeseva One"/>
                <a:cs typeface="Yeseva One"/>
                <a:sym typeface="Yeseva One"/>
              </a:rPr>
              <a:t>January 04, 2026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9472574" y="1678432"/>
            <a:ext cx="8487242" cy="224586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9196"/>
              </a:lnSpc>
            </a:pPr>
            <a:r>
              <a:rPr lang="en-US" sz="5400" spc="717" dirty="0" err="1">
                <a:solidFill>
                  <a:srgbClr val="404040"/>
                </a:solidFill>
                <a:latin typeface="Yeseva One"/>
                <a:ea typeface="Yeseva One"/>
                <a:cs typeface="Yeseva One"/>
                <a:sym typeface="Yeseva One"/>
              </a:rPr>
              <a:t>Dakilang</a:t>
            </a:r>
            <a:r>
              <a:rPr lang="en-US" sz="5400" spc="717" dirty="0">
                <a:solidFill>
                  <a:srgbClr val="404040"/>
                </a:solidFill>
                <a:latin typeface="Yeseva One"/>
                <a:ea typeface="Yeseva One"/>
                <a:cs typeface="Yeseva One"/>
                <a:sym typeface="Yeseva One"/>
              </a:rPr>
              <a:t> </a:t>
            </a:r>
            <a:r>
              <a:rPr lang="en-US" sz="5400" spc="717" dirty="0" err="1">
                <a:solidFill>
                  <a:srgbClr val="404040"/>
                </a:solidFill>
                <a:latin typeface="Yeseva One"/>
                <a:ea typeface="Yeseva One"/>
                <a:cs typeface="Yeseva One"/>
                <a:sym typeface="Yeseva One"/>
              </a:rPr>
              <a:t>Kapistahan</a:t>
            </a:r>
            <a:r>
              <a:rPr lang="en-US" sz="5400" spc="717" dirty="0">
                <a:solidFill>
                  <a:srgbClr val="404040"/>
                </a:solidFill>
                <a:latin typeface="Yeseva One"/>
                <a:ea typeface="Yeseva One"/>
                <a:cs typeface="Yeseva One"/>
                <a:sym typeface="Yeseva One"/>
              </a:rPr>
              <a:t> ng 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9158748" y="4020781"/>
            <a:ext cx="8920763" cy="356111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9519"/>
              </a:lnSpc>
            </a:pPr>
            <a:r>
              <a:rPr lang="en-US" sz="6800" spc="808" dirty="0">
                <a:solidFill>
                  <a:srgbClr val="404040"/>
                </a:solidFill>
                <a:latin typeface="Bevan"/>
                <a:ea typeface="Bevan"/>
                <a:cs typeface="Bevan"/>
                <a:sym typeface="Bevan"/>
              </a:rPr>
              <a:t>PAGPAPAKITA NG PANGINOON</a:t>
            </a:r>
          </a:p>
        </p:txBody>
      </p:sp>
    </p:spTree>
    <p:extLst>
      <p:ext uri="{BB962C8B-B14F-4D97-AF65-F5344CB8AC3E}">
        <p14:creationId xmlns:p14="http://schemas.microsoft.com/office/powerpoint/2010/main" val="39528266"/>
      </p:ext>
    </p:extLst>
  </p:cSld>
  <p:clrMapOvr>
    <a:masterClrMapping/>
  </p:clrMapOvr>
</p:sld>
</file>

<file path=ppt/slides/slide8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C13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299352" y="4152900"/>
            <a:ext cx="17689306" cy="486447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2931"/>
              </a:lnSpc>
            </a:pPr>
            <a:r>
              <a:rPr lang="en-US" sz="10500" spc="1472" dirty="0">
                <a:solidFill>
                  <a:srgbClr val="404040"/>
                </a:solidFill>
                <a:latin typeface="Fredoka"/>
                <a:ea typeface="Fredoka"/>
                <a:cs typeface="Fredoka"/>
                <a:sym typeface="Fredoka"/>
              </a:rPr>
              <a:t>PANGINOON, DINGGIN MO ANG AMING PANALANGIN.</a:t>
            </a:r>
          </a:p>
        </p:txBody>
      </p:sp>
      <p:sp>
        <p:nvSpPr>
          <p:cNvPr id="3" name="TextBox 3"/>
          <p:cNvSpPr txBox="1"/>
          <p:nvPr/>
        </p:nvSpPr>
        <p:spPr>
          <a:xfrm>
            <a:off x="736463" y="2283142"/>
            <a:ext cx="16674970" cy="138618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7797"/>
              </a:lnSpc>
            </a:pPr>
            <a:r>
              <a:rPr lang="en-US" sz="4400" spc="606">
                <a:solidFill>
                  <a:srgbClr val="404040"/>
                </a:solidFill>
                <a:latin typeface="Yeseva One"/>
                <a:ea typeface="Yeseva One"/>
                <a:cs typeface="Yeseva One"/>
                <a:sym typeface="Yeseva One"/>
              </a:rPr>
              <a:t>PANALANGIN NG BAYAN:</a:t>
            </a:r>
          </a:p>
        </p:txBody>
      </p:sp>
      <p:grpSp>
        <p:nvGrpSpPr>
          <p:cNvPr id="4" name="Group 4"/>
          <p:cNvGrpSpPr/>
          <p:nvPr/>
        </p:nvGrpSpPr>
        <p:grpSpPr>
          <a:xfrm>
            <a:off x="8083439" y="299104"/>
            <a:ext cx="1981009" cy="1981009"/>
            <a:chOff x="0" y="0"/>
            <a:chExt cx="2641346" cy="2641346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2641346" cy="2641346"/>
            </a:xfrm>
            <a:custGeom>
              <a:avLst/>
              <a:gdLst/>
              <a:ahLst/>
              <a:cxnLst/>
              <a:rect l="l" t="t" r="r" b="b"/>
              <a:pathLst>
                <a:path w="2641346" h="2641346">
                  <a:moveTo>
                    <a:pt x="0" y="0"/>
                  </a:moveTo>
                  <a:lnTo>
                    <a:pt x="2641346" y="0"/>
                  </a:lnTo>
                  <a:lnTo>
                    <a:pt x="2641346" y="2641346"/>
                  </a:lnTo>
                  <a:lnTo>
                    <a:pt x="0" y="264134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/>
              </a:stretch>
            </a:blipFill>
          </p:spPr>
        </p:sp>
      </p:grpSp>
    </p:spTree>
  </p:cSld>
  <p:clrMapOvr>
    <a:masterClrMapping/>
  </p:clrMapOvr>
</p:sld>
</file>

<file path=ppt/slides/slide8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C13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13008597" y="319192"/>
            <a:ext cx="1749809" cy="1559185"/>
            <a:chOff x="0" y="0"/>
            <a:chExt cx="2333079" cy="2078914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2333117" cy="2078863"/>
            </a:xfrm>
            <a:custGeom>
              <a:avLst/>
              <a:gdLst/>
              <a:ahLst/>
              <a:cxnLst/>
              <a:rect l="l" t="t" r="r" b="b"/>
              <a:pathLst>
                <a:path w="2333117" h="2078863">
                  <a:moveTo>
                    <a:pt x="0" y="0"/>
                  </a:moveTo>
                  <a:lnTo>
                    <a:pt x="2333117" y="0"/>
                  </a:lnTo>
                  <a:lnTo>
                    <a:pt x="2333117" y="2078863"/>
                  </a:lnTo>
                  <a:lnTo>
                    <a:pt x="0" y="207886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t="-6112" r="1" b="-6115"/>
              </a:stretch>
            </a:blipFill>
          </p:spPr>
        </p:sp>
      </p:grpSp>
      <p:grpSp>
        <p:nvGrpSpPr>
          <p:cNvPr id="4" name="Group 4"/>
          <p:cNvGrpSpPr/>
          <p:nvPr/>
        </p:nvGrpSpPr>
        <p:grpSpPr>
          <a:xfrm>
            <a:off x="16535400" y="8039100"/>
            <a:ext cx="2239232" cy="57150"/>
            <a:chOff x="0" y="0"/>
            <a:chExt cx="2985643" cy="76200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2985643" cy="76200"/>
            </a:xfrm>
            <a:custGeom>
              <a:avLst/>
              <a:gdLst/>
              <a:ahLst/>
              <a:cxnLst/>
              <a:rect l="l" t="t" r="r" b="b"/>
              <a:pathLst>
                <a:path w="2985643" h="76200">
                  <a:moveTo>
                    <a:pt x="0" y="25400"/>
                  </a:moveTo>
                  <a:lnTo>
                    <a:pt x="2985262" y="0"/>
                  </a:lnTo>
                  <a:lnTo>
                    <a:pt x="2985643" y="50800"/>
                  </a:lnTo>
                  <a:lnTo>
                    <a:pt x="508" y="76200"/>
                  </a:lnTo>
                  <a:close/>
                </a:path>
              </a:pathLst>
            </a:custGeom>
            <a:solidFill>
              <a:srgbClr val="FFFFFF"/>
            </a:solidFill>
            <a:ln w="12700">
              <a:solidFill>
                <a:srgbClr val="000000"/>
              </a:solidFill>
            </a:ln>
          </p:spPr>
        </p:sp>
      </p:grpSp>
      <p:grpSp>
        <p:nvGrpSpPr>
          <p:cNvPr id="6" name="Group 6"/>
          <p:cNvGrpSpPr/>
          <p:nvPr/>
        </p:nvGrpSpPr>
        <p:grpSpPr>
          <a:xfrm>
            <a:off x="8962168" y="8069990"/>
            <a:ext cx="2239232" cy="57150"/>
            <a:chOff x="0" y="0"/>
            <a:chExt cx="2985643" cy="76200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2985643" cy="76200"/>
            </a:xfrm>
            <a:custGeom>
              <a:avLst/>
              <a:gdLst/>
              <a:ahLst/>
              <a:cxnLst/>
              <a:rect l="l" t="t" r="r" b="b"/>
              <a:pathLst>
                <a:path w="2985643" h="76200">
                  <a:moveTo>
                    <a:pt x="0" y="25400"/>
                  </a:moveTo>
                  <a:lnTo>
                    <a:pt x="2985262" y="0"/>
                  </a:lnTo>
                  <a:lnTo>
                    <a:pt x="2985643" y="50800"/>
                  </a:lnTo>
                  <a:lnTo>
                    <a:pt x="508" y="76200"/>
                  </a:lnTo>
                  <a:close/>
                </a:path>
              </a:pathLst>
            </a:custGeom>
            <a:solidFill>
              <a:srgbClr val="FFFFFF"/>
            </a:solidFill>
            <a:ln w="12700">
              <a:solidFill>
                <a:srgbClr val="000000"/>
              </a:solidFill>
            </a:ln>
          </p:spPr>
        </p:sp>
      </p:grpSp>
      <p:grpSp>
        <p:nvGrpSpPr>
          <p:cNvPr id="8" name="Group 8"/>
          <p:cNvGrpSpPr/>
          <p:nvPr/>
        </p:nvGrpSpPr>
        <p:grpSpPr>
          <a:xfrm>
            <a:off x="10596582" y="8978570"/>
            <a:ext cx="6856286" cy="814578"/>
            <a:chOff x="0" y="0"/>
            <a:chExt cx="9141714" cy="1086104"/>
          </a:xfrm>
        </p:grpSpPr>
        <p:sp>
          <p:nvSpPr>
            <p:cNvPr id="9" name="Freeform 9"/>
            <p:cNvSpPr/>
            <p:nvPr/>
          </p:nvSpPr>
          <p:spPr>
            <a:xfrm>
              <a:off x="8509" y="8509"/>
              <a:ext cx="9129014" cy="1073404"/>
            </a:xfrm>
            <a:custGeom>
              <a:avLst/>
              <a:gdLst/>
              <a:ahLst/>
              <a:cxnLst/>
              <a:rect l="l" t="t" r="r" b="b"/>
              <a:pathLst>
                <a:path w="9129014" h="1073404">
                  <a:moveTo>
                    <a:pt x="0" y="0"/>
                  </a:moveTo>
                  <a:lnTo>
                    <a:pt x="9129014" y="0"/>
                  </a:lnTo>
                  <a:lnTo>
                    <a:pt x="9129014" y="1073404"/>
                  </a:lnTo>
                  <a:lnTo>
                    <a:pt x="0" y="1073404"/>
                  </a:lnTo>
                  <a:close/>
                </a:path>
              </a:pathLst>
            </a:custGeom>
            <a:solidFill>
              <a:srgbClr val="352C2F"/>
            </a:solidFill>
            <a:ln w="12700">
              <a:solidFill>
                <a:srgbClr val="000000"/>
              </a:solidFill>
            </a:ln>
          </p:spPr>
        </p:sp>
        <p:sp>
          <p:nvSpPr>
            <p:cNvPr id="10" name="Freeform 10"/>
            <p:cNvSpPr/>
            <p:nvPr/>
          </p:nvSpPr>
          <p:spPr>
            <a:xfrm>
              <a:off x="0" y="0"/>
              <a:ext cx="9146032" cy="1090422"/>
            </a:xfrm>
            <a:custGeom>
              <a:avLst/>
              <a:gdLst/>
              <a:ahLst/>
              <a:cxnLst/>
              <a:rect l="l" t="t" r="r" b="b"/>
              <a:pathLst>
                <a:path w="9146032" h="1090422">
                  <a:moveTo>
                    <a:pt x="8509" y="0"/>
                  </a:moveTo>
                  <a:lnTo>
                    <a:pt x="9137523" y="0"/>
                  </a:lnTo>
                  <a:cubicBezTo>
                    <a:pt x="9142222" y="0"/>
                    <a:pt x="9146032" y="3810"/>
                    <a:pt x="9146032" y="8509"/>
                  </a:cubicBezTo>
                  <a:lnTo>
                    <a:pt x="9146032" y="1081913"/>
                  </a:lnTo>
                  <a:cubicBezTo>
                    <a:pt x="9146032" y="1086612"/>
                    <a:pt x="9142222" y="1090422"/>
                    <a:pt x="9137523" y="1090422"/>
                  </a:cubicBezTo>
                  <a:lnTo>
                    <a:pt x="8509" y="1090422"/>
                  </a:lnTo>
                  <a:cubicBezTo>
                    <a:pt x="3810" y="1090422"/>
                    <a:pt x="0" y="1086612"/>
                    <a:pt x="0" y="1081913"/>
                  </a:cubicBezTo>
                  <a:lnTo>
                    <a:pt x="0" y="8509"/>
                  </a:lnTo>
                  <a:cubicBezTo>
                    <a:pt x="0" y="3810"/>
                    <a:pt x="3810" y="0"/>
                    <a:pt x="8509" y="0"/>
                  </a:cubicBezTo>
                  <a:moveTo>
                    <a:pt x="8509" y="16891"/>
                  </a:moveTo>
                  <a:lnTo>
                    <a:pt x="8509" y="8509"/>
                  </a:lnTo>
                  <a:lnTo>
                    <a:pt x="17018" y="8509"/>
                  </a:lnTo>
                  <a:lnTo>
                    <a:pt x="17018" y="1081913"/>
                  </a:lnTo>
                  <a:lnTo>
                    <a:pt x="8509" y="1081913"/>
                  </a:lnTo>
                  <a:lnTo>
                    <a:pt x="8509" y="1073404"/>
                  </a:lnTo>
                  <a:lnTo>
                    <a:pt x="9137523" y="1073404"/>
                  </a:lnTo>
                  <a:lnTo>
                    <a:pt x="9137523" y="1081913"/>
                  </a:lnTo>
                  <a:lnTo>
                    <a:pt x="9129014" y="1081913"/>
                  </a:lnTo>
                  <a:lnTo>
                    <a:pt x="9129014" y="8509"/>
                  </a:lnTo>
                  <a:lnTo>
                    <a:pt x="9137523" y="8509"/>
                  </a:lnTo>
                  <a:lnTo>
                    <a:pt x="9137523" y="17018"/>
                  </a:lnTo>
                  <a:lnTo>
                    <a:pt x="8509" y="17018"/>
                  </a:lnTo>
                  <a:close/>
                </a:path>
              </a:pathLst>
            </a:custGeom>
            <a:solidFill>
              <a:srgbClr val="000000"/>
            </a:solidFill>
            <a:ln w="12700">
              <a:solidFill>
                <a:srgbClr val="000000"/>
              </a:solidFill>
            </a:ln>
          </p:spPr>
        </p:sp>
      </p:grpSp>
      <p:sp>
        <p:nvSpPr>
          <p:cNvPr id="11" name="Freeform 11"/>
          <p:cNvSpPr/>
          <p:nvPr/>
        </p:nvSpPr>
        <p:spPr>
          <a:xfrm>
            <a:off x="0" y="0"/>
            <a:ext cx="8962168" cy="10976993"/>
          </a:xfrm>
          <a:custGeom>
            <a:avLst/>
            <a:gdLst/>
            <a:ahLst/>
            <a:cxnLst/>
            <a:rect l="l" t="t" r="r" b="b"/>
            <a:pathLst>
              <a:path w="8962168" h="10976993">
                <a:moveTo>
                  <a:pt x="0" y="0"/>
                </a:moveTo>
                <a:lnTo>
                  <a:pt x="8962168" y="0"/>
                </a:lnTo>
                <a:lnTo>
                  <a:pt x="8962168" y="10976993"/>
                </a:lnTo>
                <a:lnTo>
                  <a:pt x="0" y="10976993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t="-2086" b="-2086"/>
            </a:stretch>
          </a:blipFill>
        </p:spPr>
      </p:sp>
      <p:sp>
        <p:nvSpPr>
          <p:cNvPr id="12" name="TextBox 12"/>
          <p:cNvSpPr txBox="1"/>
          <p:nvPr/>
        </p:nvSpPr>
        <p:spPr>
          <a:xfrm>
            <a:off x="11351479" y="7701978"/>
            <a:ext cx="5064071" cy="67424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5401"/>
              </a:lnSpc>
            </a:pPr>
            <a:r>
              <a:rPr lang="en-US" sz="3800" spc="428" dirty="0">
                <a:solidFill>
                  <a:srgbClr val="404040"/>
                </a:solidFill>
                <a:latin typeface="Yeseva One"/>
                <a:ea typeface="Yeseva One"/>
                <a:cs typeface="Yeseva One"/>
                <a:sym typeface="Yeseva One"/>
              </a:rPr>
              <a:t>Mateo 2, 2-12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10669391" y="9074258"/>
            <a:ext cx="6713906" cy="62644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5151"/>
              </a:lnSpc>
            </a:pPr>
            <a:r>
              <a:rPr lang="en-US" sz="3528" spc="409" dirty="0">
                <a:solidFill>
                  <a:srgbClr val="FFFFFF"/>
                </a:solidFill>
                <a:latin typeface="Yeseva One"/>
                <a:ea typeface="Yeseva One"/>
                <a:cs typeface="Yeseva One"/>
                <a:sym typeface="Yeseva One"/>
              </a:rPr>
              <a:t>January 04, 2026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9472574" y="1678432"/>
            <a:ext cx="8487242" cy="224586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9196"/>
              </a:lnSpc>
            </a:pPr>
            <a:r>
              <a:rPr lang="en-US" sz="5400" spc="717" dirty="0" err="1">
                <a:solidFill>
                  <a:srgbClr val="404040"/>
                </a:solidFill>
                <a:latin typeface="Yeseva One"/>
                <a:ea typeface="Yeseva One"/>
                <a:cs typeface="Yeseva One"/>
                <a:sym typeface="Yeseva One"/>
              </a:rPr>
              <a:t>Dakilang</a:t>
            </a:r>
            <a:r>
              <a:rPr lang="en-US" sz="5400" spc="717" dirty="0">
                <a:solidFill>
                  <a:srgbClr val="404040"/>
                </a:solidFill>
                <a:latin typeface="Yeseva One"/>
                <a:ea typeface="Yeseva One"/>
                <a:cs typeface="Yeseva One"/>
                <a:sym typeface="Yeseva One"/>
              </a:rPr>
              <a:t> </a:t>
            </a:r>
            <a:r>
              <a:rPr lang="en-US" sz="5400" spc="717" dirty="0" err="1">
                <a:solidFill>
                  <a:srgbClr val="404040"/>
                </a:solidFill>
                <a:latin typeface="Yeseva One"/>
                <a:ea typeface="Yeseva One"/>
                <a:cs typeface="Yeseva One"/>
                <a:sym typeface="Yeseva One"/>
              </a:rPr>
              <a:t>Kapistahan</a:t>
            </a:r>
            <a:r>
              <a:rPr lang="en-US" sz="5400" spc="717" dirty="0">
                <a:solidFill>
                  <a:srgbClr val="404040"/>
                </a:solidFill>
                <a:latin typeface="Yeseva One"/>
                <a:ea typeface="Yeseva One"/>
                <a:cs typeface="Yeseva One"/>
                <a:sym typeface="Yeseva One"/>
              </a:rPr>
              <a:t> ng 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9158748" y="4020781"/>
            <a:ext cx="8920763" cy="356111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9519"/>
              </a:lnSpc>
            </a:pPr>
            <a:r>
              <a:rPr lang="en-US" sz="6800" spc="808" dirty="0">
                <a:solidFill>
                  <a:srgbClr val="404040"/>
                </a:solidFill>
                <a:latin typeface="Bevan"/>
                <a:ea typeface="Bevan"/>
                <a:cs typeface="Bevan"/>
                <a:sym typeface="Bevan"/>
              </a:rPr>
              <a:t>PAGPAPAKITA NG PANGINOON</a:t>
            </a:r>
          </a:p>
        </p:txBody>
      </p:sp>
    </p:spTree>
    <p:extLst>
      <p:ext uri="{BB962C8B-B14F-4D97-AF65-F5344CB8AC3E}">
        <p14:creationId xmlns:p14="http://schemas.microsoft.com/office/powerpoint/2010/main" val="2296864716"/>
      </p:ext>
    </p:extLst>
  </p:cSld>
  <p:clrMapOvr>
    <a:masterClrMapping/>
  </p:clrMapOvr>
</p:sld>
</file>

<file path=ppt/slides/slide8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C13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1242889" y="2416768"/>
            <a:ext cx="16016411" cy="684153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8076"/>
              </a:lnSpc>
            </a:pPr>
            <a:r>
              <a:rPr lang="en-US" sz="14024" spc="2047">
                <a:solidFill>
                  <a:srgbClr val="404040"/>
                </a:solidFill>
                <a:latin typeface="Fredoka"/>
                <a:ea typeface="Fredoka"/>
                <a:cs typeface="Fredoka"/>
                <a:sym typeface="Fredoka"/>
              </a:rPr>
              <a:t>AMEN,</a:t>
            </a:r>
          </a:p>
          <a:p>
            <a:pPr algn="ctr">
              <a:lnSpc>
                <a:spcPts val="18076"/>
              </a:lnSpc>
            </a:pPr>
            <a:r>
              <a:rPr lang="en-US" sz="14024" spc="2047">
                <a:solidFill>
                  <a:srgbClr val="404040"/>
                </a:solidFill>
                <a:latin typeface="Fredoka"/>
                <a:ea typeface="Fredoka"/>
                <a:cs typeface="Fredoka"/>
                <a:sym typeface="Fredoka"/>
              </a:rPr>
              <a:t>AMEN,</a:t>
            </a:r>
          </a:p>
          <a:p>
            <a:pPr algn="ctr">
              <a:lnSpc>
                <a:spcPts val="18090"/>
              </a:lnSpc>
            </a:pPr>
            <a:r>
              <a:rPr lang="en-US" sz="14024" spc="2061">
                <a:solidFill>
                  <a:srgbClr val="404040"/>
                </a:solidFill>
                <a:latin typeface="Fredoka"/>
                <a:ea typeface="Fredoka"/>
                <a:cs typeface="Fredoka"/>
                <a:sym typeface="Fredoka"/>
              </a:rPr>
              <a:t>AMEN.</a:t>
            </a:r>
          </a:p>
        </p:txBody>
      </p:sp>
      <p:grpSp>
        <p:nvGrpSpPr>
          <p:cNvPr id="3" name="Group 3"/>
          <p:cNvGrpSpPr/>
          <p:nvPr/>
        </p:nvGrpSpPr>
        <p:grpSpPr>
          <a:xfrm>
            <a:off x="8153476" y="673322"/>
            <a:ext cx="1981009" cy="1981009"/>
            <a:chOff x="0" y="0"/>
            <a:chExt cx="2641346" cy="2641346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2641346" cy="2641346"/>
            </a:xfrm>
            <a:custGeom>
              <a:avLst/>
              <a:gdLst/>
              <a:ahLst/>
              <a:cxnLst/>
              <a:rect l="l" t="t" r="r" b="b"/>
              <a:pathLst>
                <a:path w="2641346" h="2641346">
                  <a:moveTo>
                    <a:pt x="0" y="0"/>
                  </a:moveTo>
                  <a:lnTo>
                    <a:pt x="2641346" y="0"/>
                  </a:lnTo>
                  <a:lnTo>
                    <a:pt x="2641346" y="2641346"/>
                  </a:lnTo>
                  <a:lnTo>
                    <a:pt x="0" y="264134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/>
              </a:stretch>
            </a:blipFill>
          </p:spPr>
        </p:sp>
      </p:grpSp>
    </p:spTree>
  </p:cSld>
  <p:clrMapOvr>
    <a:masterClrMapping/>
  </p:clrMapOvr>
</p:sld>
</file>

<file path=ppt/slides/slide8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C13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-19" y="1838134"/>
            <a:ext cx="18288000" cy="826427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6527"/>
              </a:lnSpc>
            </a:pPr>
            <a:r>
              <a:rPr lang="en-US" sz="10500" spc="472">
                <a:solidFill>
                  <a:srgbClr val="404040"/>
                </a:solidFill>
                <a:latin typeface="Fredoka"/>
                <a:ea typeface="Fredoka"/>
                <a:cs typeface="Fredoka"/>
                <a:sym typeface="Fredoka"/>
              </a:rPr>
              <a:t>GIVE THANKS, WITH A GRATEFUL HEART,</a:t>
            </a:r>
          </a:p>
          <a:p>
            <a:pPr algn="ctr">
              <a:lnSpc>
                <a:spcPts val="16527"/>
              </a:lnSpc>
            </a:pPr>
            <a:r>
              <a:rPr lang="en-US" sz="10500" spc="474">
                <a:solidFill>
                  <a:srgbClr val="404040"/>
                </a:solidFill>
                <a:latin typeface="Fredoka"/>
                <a:ea typeface="Fredoka"/>
                <a:cs typeface="Fredoka"/>
                <a:sym typeface="Fredoka"/>
              </a:rPr>
              <a:t>GIVE THANKS TO THE HOLY ONE.</a:t>
            </a:r>
          </a:p>
        </p:txBody>
      </p:sp>
      <p:grpSp>
        <p:nvGrpSpPr>
          <p:cNvPr id="3" name="Group 3"/>
          <p:cNvGrpSpPr/>
          <p:nvPr/>
        </p:nvGrpSpPr>
        <p:grpSpPr>
          <a:xfrm>
            <a:off x="8153476" y="238125"/>
            <a:ext cx="1981009" cy="1981009"/>
            <a:chOff x="0" y="0"/>
            <a:chExt cx="2641346" cy="2641346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2641346" cy="2641346"/>
            </a:xfrm>
            <a:custGeom>
              <a:avLst/>
              <a:gdLst/>
              <a:ahLst/>
              <a:cxnLst/>
              <a:rect l="l" t="t" r="r" b="b"/>
              <a:pathLst>
                <a:path w="2641346" h="2641346">
                  <a:moveTo>
                    <a:pt x="0" y="0"/>
                  </a:moveTo>
                  <a:lnTo>
                    <a:pt x="2641346" y="0"/>
                  </a:lnTo>
                  <a:lnTo>
                    <a:pt x="2641346" y="2641346"/>
                  </a:lnTo>
                  <a:lnTo>
                    <a:pt x="0" y="264134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/>
              </a:stretch>
            </a:blipFill>
          </p:spPr>
        </p:sp>
      </p:grpSp>
    </p:spTree>
  </p:cSld>
  <p:clrMapOvr>
    <a:masterClrMapping/>
  </p:clrMapOvr>
</p:sld>
</file>

<file path=ppt/slides/slide8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C13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-19" y="1868614"/>
            <a:ext cx="18288000" cy="616877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6527"/>
              </a:lnSpc>
            </a:pPr>
            <a:r>
              <a:rPr lang="en-US" sz="10500" spc="474">
                <a:solidFill>
                  <a:srgbClr val="404040"/>
                </a:solidFill>
                <a:latin typeface="Fredoka"/>
                <a:ea typeface="Fredoka"/>
                <a:cs typeface="Fredoka"/>
                <a:sym typeface="Fredoka"/>
              </a:rPr>
              <a:t>GIVE THANKS BECAUSE HE'S GIVEN, JESUS CHRIST HIS SON.</a:t>
            </a:r>
          </a:p>
        </p:txBody>
      </p:sp>
      <p:grpSp>
        <p:nvGrpSpPr>
          <p:cNvPr id="3" name="Group 3"/>
          <p:cNvGrpSpPr/>
          <p:nvPr/>
        </p:nvGrpSpPr>
        <p:grpSpPr>
          <a:xfrm>
            <a:off x="8153476" y="238125"/>
            <a:ext cx="1981009" cy="1981009"/>
            <a:chOff x="0" y="0"/>
            <a:chExt cx="2641346" cy="2641346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2641346" cy="2641346"/>
            </a:xfrm>
            <a:custGeom>
              <a:avLst/>
              <a:gdLst/>
              <a:ahLst/>
              <a:cxnLst/>
              <a:rect l="l" t="t" r="r" b="b"/>
              <a:pathLst>
                <a:path w="2641346" h="2641346">
                  <a:moveTo>
                    <a:pt x="0" y="0"/>
                  </a:moveTo>
                  <a:lnTo>
                    <a:pt x="2641346" y="0"/>
                  </a:lnTo>
                  <a:lnTo>
                    <a:pt x="2641346" y="2641346"/>
                  </a:lnTo>
                  <a:lnTo>
                    <a:pt x="0" y="264134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/>
              </a:stretch>
            </a:blipFill>
          </p:spPr>
        </p:sp>
      </p:grpSp>
    </p:spTree>
  </p:cSld>
  <p:clrMapOvr>
    <a:masterClrMapping/>
  </p:clrMapOvr>
</p:sld>
</file>

<file path=ppt/slides/slide8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C13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-19" y="1838134"/>
            <a:ext cx="18288000" cy="826427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6527"/>
              </a:lnSpc>
            </a:pPr>
            <a:r>
              <a:rPr lang="en-US" sz="10500" spc="472">
                <a:solidFill>
                  <a:srgbClr val="404040"/>
                </a:solidFill>
                <a:latin typeface="Fredoka"/>
                <a:ea typeface="Fredoka"/>
                <a:cs typeface="Fredoka"/>
                <a:sym typeface="Fredoka"/>
              </a:rPr>
              <a:t>GIVE THANKS, WITH A GRATEFUL HEART,</a:t>
            </a:r>
          </a:p>
          <a:p>
            <a:pPr algn="ctr">
              <a:lnSpc>
                <a:spcPts val="16527"/>
              </a:lnSpc>
            </a:pPr>
            <a:r>
              <a:rPr lang="en-US" sz="10500" spc="474">
                <a:solidFill>
                  <a:srgbClr val="404040"/>
                </a:solidFill>
                <a:latin typeface="Fredoka"/>
                <a:ea typeface="Fredoka"/>
                <a:cs typeface="Fredoka"/>
                <a:sym typeface="Fredoka"/>
              </a:rPr>
              <a:t>GIVE THANKS TO THE HOLY ONE.</a:t>
            </a:r>
          </a:p>
        </p:txBody>
      </p:sp>
      <p:grpSp>
        <p:nvGrpSpPr>
          <p:cNvPr id="3" name="Group 3"/>
          <p:cNvGrpSpPr/>
          <p:nvPr/>
        </p:nvGrpSpPr>
        <p:grpSpPr>
          <a:xfrm>
            <a:off x="8153476" y="238125"/>
            <a:ext cx="1981009" cy="1981009"/>
            <a:chOff x="0" y="0"/>
            <a:chExt cx="2641346" cy="2641346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2641346" cy="2641346"/>
            </a:xfrm>
            <a:custGeom>
              <a:avLst/>
              <a:gdLst/>
              <a:ahLst/>
              <a:cxnLst/>
              <a:rect l="l" t="t" r="r" b="b"/>
              <a:pathLst>
                <a:path w="2641346" h="2641346">
                  <a:moveTo>
                    <a:pt x="0" y="0"/>
                  </a:moveTo>
                  <a:lnTo>
                    <a:pt x="2641346" y="0"/>
                  </a:lnTo>
                  <a:lnTo>
                    <a:pt x="2641346" y="2641346"/>
                  </a:lnTo>
                  <a:lnTo>
                    <a:pt x="0" y="264134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/>
              </a:stretch>
            </a:blipFill>
          </p:spPr>
        </p:sp>
      </p:grpSp>
    </p:spTree>
  </p:cSld>
  <p:clrMapOvr>
    <a:masterClrMapping/>
  </p:clrMapOvr>
</p:sld>
</file>

<file path=ppt/slides/slide8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C13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0" y="1838134"/>
            <a:ext cx="18288000" cy="826427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6527"/>
              </a:lnSpc>
            </a:pPr>
            <a:r>
              <a:rPr lang="en-US" sz="10500" spc="474" dirty="0">
                <a:solidFill>
                  <a:srgbClr val="404040"/>
                </a:solidFill>
                <a:latin typeface="Fredoka"/>
                <a:ea typeface="Fredoka"/>
                <a:cs typeface="Fredoka"/>
                <a:sym typeface="Fredoka"/>
              </a:rPr>
              <a:t>AND NOW, LET THE WEAK SAY "I AM STRONG", LET THE POOR SAY "I AM RICH"</a:t>
            </a:r>
          </a:p>
        </p:txBody>
      </p:sp>
      <p:grpSp>
        <p:nvGrpSpPr>
          <p:cNvPr id="3" name="Group 3"/>
          <p:cNvGrpSpPr/>
          <p:nvPr/>
        </p:nvGrpSpPr>
        <p:grpSpPr>
          <a:xfrm>
            <a:off x="8034433" y="0"/>
            <a:ext cx="2219134" cy="2219134"/>
            <a:chOff x="0" y="0"/>
            <a:chExt cx="2641346" cy="2641346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2641346" cy="2641346"/>
            </a:xfrm>
            <a:custGeom>
              <a:avLst/>
              <a:gdLst/>
              <a:ahLst/>
              <a:cxnLst/>
              <a:rect l="l" t="t" r="r" b="b"/>
              <a:pathLst>
                <a:path w="2641346" h="2641346">
                  <a:moveTo>
                    <a:pt x="0" y="0"/>
                  </a:moveTo>
                  <a:lnTo>
                    <a:pt x="2641346" y="0"/>
                  </a:lnTo>
                  <a:lnTo>
                    <a:pt x="2641346" y="2641346"/>
                  </a:lnTo>
                  <a:lnTo>
                    <a:pt x="0" y="264134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/>
              </a:stretch>
            </a:blipFill>
          </p:spPr>
        </p:sp>
      </p:grpSp>
    </p:spTree>
  </p:cSld>
  <p:clrMapOvr>
    <a:masterClrMapping/>
  </p:clrMapOvr>
</p:sld>
</file>

<file path=ppt/slides/slide8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C13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0" y="2916364"/>
            <a:ext cx="18288000" cy="407327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6527"/>
              </a:lnSpc>
            </a:pPr>
            <a:r>
              <a:rPr lang="en-US" sz="10500" spc="474">
                <a:solidFill>
                  <a:srgbClr val="404040"/>
                </a:solidFill>
                <a:latin typeface="Fredoka"/>
                <a:ea typeface="Fredoka"/>
                <a:cs typeface="Fredoka"/>
                <a:sym typeface="Fredoka"/>
              </a:rPr>
              <a:t>BECAUSE OF WHAT THE LORD HAS DONE FOR US.</a:t>
            </a:r>
          </a:p>
        </p:txBody>
      </p:sp>
      <p:grpSp>
        <p:nvGrpSpPr>
          <p:cNvPr id="3" name="Group 3"/>
          <p:cNvGrpSpPr/>
          <p:nvPr/>
        </p:nvGrpSpPr>
        <p:grpSpPr>
          <a:xfrm>
            <a:off x="8034433" y="0"/>
            <a:ext cx="2219134" cy="2219134"/>
            <a:chOff x="0" y="0"/>
            <a:chExt cx="2641346" cy="2641346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2641346" cy="2641346"/>
            </a:xfrm>
            <a:custGeom>
              <a:avLst/>
              <a:gdLst/>
              <a:ahLst/>
              <a:cxnLst/>
              <a:rect l="l" t="t" r="r" b="b"/>
              <a:pathLst>
                <a:path w="2641346" h="2641346">
                  <a:moveTo>
                    <a:pt x="0" y="0"/>
                  </a:moveTo>
                  <a:lnTo>
                    <a:pt x="2641346" y="0"/>
                  </a:lnTo>
                  <a:lnTo>
                    <a:pt x="2641346" y="2641346"/>
                  </a:lnTo>
                  <a:lnTo>
                    <a:pt x="0" y="264134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/>
              </a:stretch>
            </a:blipFill>
          </p:spPr>
        </p:sp>
      </p:grpSp>
    </p:spTree>
  </p:cSld>
  <p:clrMapOvr>
    <a:masterClrMapping/>
  </p:clrMapOvr>
</p:sld>
</file>

<file path=ppt/slides/slide9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C13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0" y="1838134"/>
            <a:ext cx="18288000" cy="826427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6527"/>
              </a:lnSpc>
            </a:pPr>
            <a:r>
              <a:rPr lang="en-US" sz="10500" spc="474">
                <a:solidFill>
                  <a:srgbClr val="404040"/>
                </a:solidFill>
                <a:latin typeface="Fredoka"/>
                <a:ea typeface="Fredoka"/>
                <a:cs typeface="Fredoka"/>
                <a:sym typeface="Fredoka"/>
              </a:rPr>
              <a:t>AND NOW, LET THE WEAK SAY "I AM STRONG", LET THE POOR SAY "I AM RICH"</a:t>
            </a:r>
          </a:p>
        </p:txBody>
      </p:sp>
      <p:grpSp>
        <p:nvGrpSpPr>
          <p:cNvPr id="3" name="Group 3"/>
          <p:cNvGrpSpPr/>
          <p:nvPr/>
        </p:nvGrpSpPr>
        <p:grpSpPr>
          <a:xfrm>
            <a:off x="8034433" y="0"/>
            <a:ext cx="2219134" cy="2219134"/>
            <a:chOff x="0" y="0"/>
            <a:chExt cx="2641346" cy="2641346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2641346" cy="2641346"/>
            </a:xfrm>
            <a:custGeom>
              <a:avLst/>
              <a:gdLst/>
              <a:ahLst/>
              <a:cxnLst/>
              <a:rect l="l" t="t" r="r" b="b"/>
              <a:pathLst>
                <a:path w="2641346" h="2641346">
                  <a:moveTo>
                    <a:pt x="0" y="0"/>
                  </a:moveTo>
                  <a:lnTo>
                    <a:pt x="2641346" y="0"/>
                  </a:lnTo>
                  <a:lnTo>
                    <a:pt x="2641346" y="2641346"/>
                  </a:lnTo>
                  <a:lnTo>
                    <a:pt x="0" y="264134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/>
              </a:stretch>
            </a:blipFill>
          </p:spPr>
        </p:sp>
      </p:grpSp>
    </p:spTree>
  </p:cSld>
  <p:clrMapOvr>
    <a:masterClrMapping/>
  </p:clrMapOvr>
</p:sld>
</file>

<file path=ppt/slides/slide9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C13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0" y="2916364"/>
            <a:ext cx="18288000" cy="407327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6527"/>
              </a:lnSpc>
            </a:pPr>
            <a:r>
              <a:rPr lang="en-US" sz="10500" spc="474">
                <a:solidFill>
                  <a:srgbClr val="404040"/>
                </a:solidFill>
                <a:latin typeface="Fredoka"/>
                <a:ea typeface="Fredoka"/>
                <a:cs typeface="Fredoka"/>
                <a:sym typeface="Fredoka"/>
              </a:rPr>
              <a:t>BECAUSE OF WHAT THE LORD HAS DONE FOR US.</a:t>
            </a:r>
          </a:p>
        </p:txBody>
      </p:sp>
      <p:grpSp>
        <p:nvGrpSpPr>
          <p:cNvPr id="3" name="Group 3"/>
          <p:cNvGrpSpPr/>
          <p:nvPr/>
        </p:nvGrpSpPr>
        <p:grpSpPr>
          <a:xfrm>
            <a:off x="8034433" y="0"/>
            <a:ext cx="2219134" cy="2219134"/>
            <a:chOff x="0" y="0"/>
            <a:chExt cx="2641346" cy="2641346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2641346" cy="2641346"/>
            </a:xfrm>
            <a:custGeom>
              <a:avLst/>
              <a:gdLst/>
              <a:ahLst/>
              <a:cxnLst/>
              <a:rect l="l" t="t" r="r" b="b"/>
              <a:pathLst>
                <a:path w="2641346" h="2641346">
                  <a:moveTo>
                    <a:pt x="0" y="0"/>
                  </a:moveTo>
                  <a:lnTo>
                    <a:pt x="2641346" y="0"/>
                  </a:lnTo>
                  <a:lnTo>
                    <a:pt x="2641346" y="2641346"/>
                  </a:lnTo>
                  <a:lnTo>
                    <a:pt x="0" y="264134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/>
              </a:stretch>
            </a:blipFill>
          </p:spPr>
        </p:sp>
      </p:grpSp>
    </p:spTree>
  </p:cSld>
  <p:clrMapOvr>
    <a:masterClrMapping/>
  </p:clrMapOvr>
</p:sld>
</file>

<file path=ppt/slides/slide9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C13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14748" y="2781300"/>
            <a:ext cx="18288000" cy="616877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6527"/>
              </a:lnSpc>
            </a:pPr>
            <a:r>
              <a:rPr lang="en-US" sz="10500" spc="472" dirty="0">
                <a:solidFill>
                  <a:srgbClr val="404040"/>
                </a:solidFill>
                <a:latin typeface="Fredoka"/>
                <a:ea typeface="Fredoka"/>
                <a:cs typeface="Fredoka"/>
                <a:sym typeface="Fredoka"/>
              </a:rPr>
              <a:t>GIVE THANKS,</a:t>
            </a:r>
          </a:p>
          <a:p>
            <a:pPr algn="ctr">
              <a:lnSpc>
                <a:spcPts val="16527"/>
              </a:lnSpc>
            </a:pPr>
            <a:r>
              <a:rPr lang="en-US" sz="10500" spc="472" dirty="0">
                <a:solidFill>
                  <a:srgbClr val="404040"/>
                </a:solidFill>
                <a:latin typeface="Fredoka"/>
                <a:ea typeface="Fredoka"/>
                <a:cs typeface="Fredoka"/>
                <a:sym typeface="Fredoka"/>
              </a:rPr>
              <a:t>GIVE THANKS,</a:t>
            </a:r>
          </a:p>
          <a:p>
            <a:pPr algn="ctr">
              <a:lnSpc>
                <a:spcPts val="16527"/>
              </a:lnSpc>
            </a:pPr>
            <a:r>
              <a:rPr lang="en-US" sz="10500" spc="474" dirty="0">
                <a:solidFill>
                  <a:srgbClr val="404040"/>
                </a:solidFill>
                <a:latin typeface="Fredoka"/>
                <a:ea typeface="Fredoka"/>
                <a:cs typeface="Fredoka"/>
                <a:sym typeface="Fredoka"/>
              </a:rPr>
              <a:t>WE GIVE THANKS.</a:t>
            </a:r>
          </a:p>
        </p:txBody>
      </p:sp>
      <p:grpSp>
        <p:nvGrpSpPr>
          <p:cNvPr id="3" name="Group 3"/>
          <p:cNvGrpSpPr/>
          <p:nvPr/>
        </p:nvGrpSpPr>
        <p:grpSpPr>
          <a:xfrm>
            <a:off x="8034433" y="0"/>
            <a:ext cx="2219134" cy="2219134"/>
            <a:chOff x="0" y="0"/>
            <a:chExt cx="2641346" cy="2641346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2641346" cy="2641346"/>
            </a:xfrm>
            <a:custGeom>
              <a:avLst/>
              <a:gdLst/>
              <a:ahLst/>
              <a:cxnLst/>
              <a:rect l="l" t="t" r="r" b="b"/>
              <a:pathLst>
                <a:path w="2641346" h="2641346">
                  <a:moveTo>
                    <a:pt x="0" y="0"/>
                  </a:moveTo>
                  <a:lnTo>
                    <a:pt x="2641346" y="0"/>
                  </a:lnTo>
                  <a:lnTo>
                    <a:pt x="2641346" y="2641346"/>
                  </a:lnTo>
                  <a:lnTo>
                    <a:pt x="0" y="264134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/>
              </a:stretch>
            </a:blipFill>
          </p:spPr>
        </p:sp>
      </p:grpSp>
    </p:spTree>
  </p:cSld>
  <p:clrMapOvr>
    <a:masterClrMapping/>
  </p:clrMapOvr>
</p:sld>
</file>

<file path=ppt/slides/slide9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C13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13008597" y="319192"/>
            <a:ext cx="1749809" cy="1559185"/>
            <a:chOff x="0" y="0"/>
            <a:chExt cx="2333079" cy="2078914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2333117" cy="2078863"/>
            </a:xfrm>
            <a:custGeom>
              <a:avLst/>
              <a:gdLst/>
              <a:ahLst/>
              <a:cxnLst/>
              <a:rect l="l" t="t" r="r" b="b"/>
              <a:pathLst>
                <a:path w="2333117" h="2078863">
                  <a:moveTo>
                    <a:pt x="0" y="0"/>
                  </a:moveTo>
                  <a:lnTo>
                    <a:pt x="2333117" y="0"/>
                  </a:lnTo>
                  <a:lnTo>
                    <a:pt x="2333117" y="2078863"/>
                  </a:lnTo>
                  <a:lnTo>
                    <a:pt x="0" y="207886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t="-6112" r="1" b="-6115"/>
              </a:stretch>
            </a:blipFill>
          </p:spPr>
        </p:sp>
      </p:grpSp>
      <p:grpSp>
        <p:nvGrpSpPr>
          <p:cNvPr id="4" name="Group 4"/>
          <p:cNvGrpSpPr/>
          <p:nvPr/>
        </p:nvGrpSpPr>
        <p:grpSpPr>
          <a:xfrm>
            <a:off x="16535400" y="8039100"/>
            <a:ext cx="2239232" cy="57150"/>
            <a:chOff x="0" y="0"/>
            <a:chExt cx="2985643" cy="76200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2985643" cy="76200"/>
            </a:xfrm>
            <a:custGeom>
              <a:avLst/>
              <a:gdLst/>
              <a:ahLst/>
              <a:cxnLst/>
              <a:rect l="l" t="t" r="r" b="b"/>
              <a:pathLst>
                <a:path w="2985643" h="76200">
                  <a:moveTo>
                    <a:pt x="0" y="25400"/>
                  </a:moveTo>
                  <a:lnTo>
                    <a:pt x="2985262" y="0"/>
                  </a:lnTo>
                  <a:lnTo>
                    <a:pt x="2985643" y="50800"/>
                  </a:lnTo>
                  <a:lnTo>
                    <a:pt x="508" y="76200"/>
                  </a:lnTo>
                  <a:close/>
                </a:path>
              </a:pathLst>
            </a:custGeom>
            <a:solidFill>
              <a:srgbClr val="FFFFFF"/>
            </a:solidFill>
            <a:ln w="12700">
              <a:solidFill>
                <a:srgbClr val="000000"/>
              </a:solidFill>
            </a:ln>
          </p:spPr>
        </p:sp>
      </p:grpSp>
      <p:grpSp>
        <p:nvGrpSpPr>
          <p:cNvPr id="6" name="Group 6"/>
          <p:cNvGrpSpPr/>
          <p:nvPr/>
        </p:nvGrpSpPr>
        <p:grpSpPr>
          <a:xfrm>
            <a:off x="8962168" y="8069990"/>
            <a:ext cx="2239232" cy="57150"/>
            <a:chOff x="0" y="0"/>
            <a:chExt cx="2985643" cy="76200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2985643" cy="76200"/>
            </a:xfrm>
            <a:custGeom>
              <a:avLst/>
              <a:gdLst/>
              <a:ahLst/>
              <a:cxnLst/>
              <a:rect l="l" t="t" r="r" b="b"/>
              <a:pathLst>
                <a:path w="2985643" h="76200">
                  <a:moveTo>
                    <a:pt x="0" y="25400"/>
                  </a:moveTo>
                  <a:lnTo>
                    <a:pt x="2985262" y="0"/>
                  </a:lnTo>
                  <a:lnTo>
                    <a:pt x="2985643" y="50800"/>
                  </a:lnTo>
                  <a:lnTo>
                    <a:pt x="508" y="76200"/>
                  </a:lnTo>
                  <a:close/>
                </a:path>
              </a:pathLst>
            </a:custGeom>
            <a:solidFill>
              <a:srgbClr val="FFFFFF"/>
            </a:solidFill>
            <a:ln w="12700">
              <a:solidFill>
                <a:srgbClr val="000000"/>
              </a:solidFill>
            </a:ln>
          </p:spPr>
        </p:sp>
      </p:grpSp>
      <p:grpSp>
        <p:nvGrpSpPr>
          <p:cNvPr id="8" name="Group 8"/>
          <p:cNvGrpSpPr/>
          <p:nvPr/>
        </p:nvGrpSpPr>
        <p:grpSpPr>
          <a:xfrm>
            <a:off x="10596582" y="8978570"/>
            <a:ext cx="6856286" cy="814578"/>
            <a:chOff x="0" y="0"/>
            <a:chExt cx="9141714" cy="1086104"/>
          </a:xfrm>
        </p:grpSpPr>
        <p:sp>
          <p:nvSpPr>
            <p:cNvPr id="9" name="Freeform 9"/>
            <p:cNvSpPr/>
            <p:nvPr/>
          </p:nvSpPr>
          <p:spPr>
            <a:xfrm>
              <a:off x="8509" y="8509"/>
              <a:ext cx="9129014" cy="1073404"/>
            </a:xfrm>
            <a:custGeom>
              <a:avLst/>
              <a:gdLst/>
              <a:ahLst/>
              <a:cxnLst/>
              <a:rect l="l" t="t" r="r" b="b"/>
              <a:pathLst>
                <a:path w="9129014" h="1073404">
                  <a:moveTo>
                    <a:pt x="0" y="0"/>
                  </a:moveTo>
                  <a:lnTo>
                    <a:pt x="9129014" y="0"/>
                  </a:lnTo>
                  <a:lnTo>
                    <a:pt x="9129014" y="1073404"/>
                  </a:lnTo>
                  <a:lnTo>
                    <a:pt x="0" y="1073404"/>
                  </a:lnTo>
                  <a:close/>
                </a:path>
              </a:pathLst>
            </a:custGeom>
            <a:solidFill>
              <a:srgbClr val="352C2F"/>
            </a:solidFill>
            <a:ln w="12700">
              <a:solidFill>
                <a:srgbClr val="000000"/>
              </a:solidFill>
            </a:ln>
          </p:spPr>
        </p:sp>
        <p:sp>
          <p:nvSpPr>
            <p:cNvPr id="10" name="Freeform 10"/>
            <p:cNvSpPr/>
            <p:nvPr/>
          </p:nvSpPr>
          <p:spPr>
            <a:xfrm>
              <a:off x="0" y="0"/>
              <a:ext cx="9146032" cy="1090422"/>
            </a:xfrm>
            <a:custGeom>
              <a:avLst/>
              <a:gdLst/>
              <a:ahLst/>
              <a:cxnLst/>
              <a:rect l="l" t="t" r="r" b="b"/>
              <a:pathLst>
                <a:path w="9146032" h="1090422">
                  <a:moveTo>
                    <a:pt x="8509" y="0"/>
                  </a:moveTo>
                  <a:lnTo>
                    <a:pt x="9137523" y="0"/>
                  </a:lnTo>
                  <a:cubicBezTo>
                    <a:pt x="9142222" y="0"/>
                    <a:pt x="9146032" y="3810"/>
                    <a:pt x="9146032" y="8509"/>
                  </a:cubicBezTo>
                  <a:lnTo>
                    <a:pt x="9146032" y="1081913"/>
                  </a:lnTo>
                  <a:cubicBezTo>
                    <a:pt x="9146032" y="1086612"/>
                    <a:pt x="9142222" y="1090422"/>
                    <a:pt x="9137523" y="1090422"/>
                  </a:cubicBezTo>
                  <a:lnTo>
                    <a:pt x="8509" y="1090422"/>
                  </a:lnTo>
                  <a:cubicBezTo>
                    <a:pt x="3810" y="1090422"/>
                    <a:pt x="0" y="1086612"/>
                    <a:pt x="0" y="1081913"/>
                  </a:cubicBezTo>
                  <a:lnTo>
                    <a:pt x="0" y="8509"/>
                  </a:lnTo>
                  <a:cubicBezTo>
                    <a:pt x="0" y="3810"/>
                    <a:pt x="3810" y="0"/>
                    <a:pt x="8509" y="0"/>
                  </a:cubicBezTo>
                  <a:moveTo>
                    <a:pt x="8509" y="16891"/>
                  </a:moveTo>
                  <a:lnTo>
                    <a:pt x="8509" y="8509"/>
                  </a:lnTo>
                  <a:lnTo>
                    <a:pt x="17018" y="8509"/>
                  </a:lnTo>
                  <a:lnTo>
                    <a:pt x="17018" y="1081913"/>
                  </a:lnTo>
                  <a:lnTo>
                    <a:pt x="8509" y="1081913"/>
                  </a:lnTo>
                  <a:lnTo>
                    <a:pt x="8509" y="1073404"/>
                  </a:lnTo>
                  <a:lnTo>
                    <a:pt x="9137523" y="1073404"/>
                  </a:lnTo>
                  <a:lnTo>
                    <a:pt x="9137523" y="1081913"/>
                  </a:lnTo>
                  <a:lnTo>
                    <a:pt x="9129014" y="1081913"/>
                  </a:lnTo>
                  <a:lnTo>
                    <a:pt x="9129014" y="8509"/>
                  </a:lnTo>
                  <a:lnTo>
                    <a:pt x="9137523" y="8509"/>
                  </a:lnTo>
                  <a:lnTo>
                    <a:pt x="9137523" y="17018"/>
                  </a:lnTo>
                  <a:lnTo>
                    <a:pt x="8509" y="17018"/>
                  </a:lnTo>
                  <a:close/>
                </a:path>
              </a:pathLst>
            </a:custGeom>
            <a:solidFill>
              <a:srgbClr val="000000"/>
            </a:solidFill>
            <a:ln w="12700">
              <a:solidFill>
                <a:srgbClr val="000000"/>
              </a:solidFill>
            </a:ln>
          </p:spPr>
        </p:sp>
      </p:grpSp>
      <p:sp>
        <p:nvSpPr>
          <p:cNvPr id="11" name="Freeform 11"/>
          <p:cNvSpPr/>
          <p:nvPr/>
        </p:nvSpPr>
        <p:spPr>
          <a:xfrm>
            <a:off x="0" y="0"/>
            <a:ext cx="8962168" cy="10976993"/>
          </a:xfrm>
          <a:custGeom>
            <a:avLst/>
            <a:gdLst/>
            <a:ahLst/>
            <a:cxnLst/>
            <a:rect l="l" t="t" r="r" b="b"/>
            <a:pathLst>
              <a:path w="8962168" h="10976993">
                <a:moveTo>
                  <a:pt x="0" y="0"/>
                </a:moveTo>
                <a:lnTo>
                  <a:pt x="8962168" y="0"/>
                </a:lnTo>
                <a:lnTo>
                  <a:pt x="8962168" y="10976993"/>
                </a:lnTo>
                <a:lnTo>
                  <a:pt x="0" y="10976993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t="-2086" b="-2086"/>
            </a:stretch>
          </a:blipFill>
        </p:spPr>
      </p:sp>
      <p:sp>
        <p:nvSpPr>
          <p:cNvPr id="12" name="TextBox 12"/>
          <p:cNvSpPr txBox="1"/>
          <p:nvPr/>
        </p:nvSpPr>
        <p:spPr>
          <a:xfrm>
            <a:off x="11351479" y="7701978"/>
            <a:ext cx="5064071" cy="67424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5401"/>
              </a:lnSpc>
            </a:pPr>
            <a:r>
              <a:rPr lang="en-US" sz="3800" spc="428" dirty="0">
                <a:solidFill>
                  <a:srgbClr val="404040"/>
                </a:solidFill>
                <a:latin typeface="Yeseva One"/>
                <a:ea typeface="Yeseva One"/>
                <a:cs typeface="Yeseva One"/>
                <a:sym typeface="Yeseva One"/>
              </a:rPr>
              <a:t>Mateo 2, 2-12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10669391" y="9074258"/>
            <a:ext cx="6713906" cy="62644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5151"/>
              </a:lnSpc>
            </a:pPr>
            <a:r>
              <a:rPr lang="en-US" sz="3528" spc="409" dirty="0">
                <a:solidFill>
                  <a:srgbClr val="FFFFFF"/>
                </a:solidFill>
                <a:latin typeface="Yeseva One"/>
                <a:ea typeface="Yeseva One"/>
                <a:cs typeface="Yeseva One"/>
                <a:sym typeface="Yeseva One"/>
              </a:rPr>
              <a:t>January 04, 2026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9472574" y="1678432"/>
            <a:ext cx="8487242" cy="224586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9196"/>
              </a:lnSpc>
            </a:pPr>
            <a:r>
              <a:rPr lang="en-US" sz="5400" spc="717" dirty="0" err="1">
                <a:solidFill>
                  <a:srgbClr val="404040"/>
                </a:solidFill>
                <a:latin typeface="Yeseva One"/>
                <a:ea typeface="Yeseva One"/>
                <a:cs typeface="Yeseva One"/>
                <a:sym typeface="Yeseva One"/>
              </a:rPr>
              <a:t>Dakilang</a:t>
            </a:r>
            <a:r>
              <a:rPr lang="en-US" sz="5400" spc="717" dirty="0">
                <a:solidFill>
                  <a:srgbClr val="404040"/>
                </a:solidFill>
                <a:latin typeface="Yeseva One"/>
                <a:ea typeface="Yeseva One"/>
                <a:cs typeface="Yeseva One"/>
                <a:sym typeface="Yeseva One"/>
              </a:rPr>
              <a:t> </a:t>
            </a:r>
            <a:r>
              <a:rPr lang="en-US" sz="5400" spc="717" dirty="0" err="1">
                <a:solidFill>
                  <a:srgbClr val="404040"/>
                </a:solidFill>
                <a:latin typeface="Yeseva One"/>
                <a:ea typeface="Yeseva One"/>
                <a:cs typeface="Yeseva One"/>
                <a:sym typeface="Yeseva One"/>
              </a:rPr>
              <a:t>Kapistahan</a:t>
            </a:r>
            <a:r>
              <a:rPr lang="en-US" sz="5400" spc="717" dirty="0">
                <a:solidFill>
                  <a:srgbClr val="404040"/>
                </a:solidFill>
                <a:latin typeface="Yeseva One"/>
                <a:ea typeface="Yeseva One"/>
                <a:cs typeface="Yeseva One"/>
                <a:sym typeface="Yeseva One"/>
              </a:rPr>
              <a:t> ng 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9158748" y="4020781"/>
            <a:ext cx="8920763" cy="356111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9519"/>
              </a:lnSpc>
            </a:pPr>
            <a:r>
              <a:rPr lang="en-US" sz="6800" spc="808" dirty="0">
                <a:solidFill>
                  <a:srgbClr val="404040"/>
                </a:solidFill>
                <a:latin typeface="Bevan"/>
                <a:ea typeface="Bevan"/>
                <a:cs typeface="Bevan"/>
                <a:sym typeface="Bevan"/>
              </a:rPr>
              <a:t>PAGPAPAKITA NG PANGINOON</a:t>
            </a:r>
          </a:p>
        </p:txBody>
      </p:sp>
    </p:spTree>
    <p:extLst>
      <p:ext uri="{BB962C8B-B14F-4D97-AF65-F5344CB8AC3E}">
        <p14:creationId xmlns:p14="http://schemas.microsoft.com/office/powerpoint/2010/main" val="2752176835"/>
      </p:ext>
    </p:extLst>
  </p:cSld>
  <p:clrMapOvr>
    <a:masterClrMapping/>
  </p:clrMapOvr>
</p:sld>
</file>

<file path=ppt/slides/slide9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C13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157334" y="2034454"/>
            <a:ext cx="17973294" cy="827344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4742"/>
              </a:lnSpc>
            </a:pPr>
            <a:r>
              <a:rPr lang="en-US" sz="9572" spc="957">
                <a:solidFill>
                  <a:srgbClr val="404040"/>
                </a:solidFill>
                <a:latin typeface="Fredoka"/>
                <a:ea typeface="Fredoka"/>
                <a:cs typeface="Fredoka"/>
                <a:sym typeface="Fredoka"/>
              </a:rPr>
              <a:t>AMA NAMIN </a:t>
            </a:r>
          </a:p>
          <a:p>
            <a:pPr algn="ctr">
              <a:lnSpc>
                <a:spcPts val="14742"/>
              </a:lnSpc>
            </a:pPr>
            <a:r>
              <a:rPr lang="en-US" sz="9572" spc="957">
                <a:solidFill>
                  <a:srgbClr val="404040"/>
                </a:solidFill>
                <a:latin typeface="Fredoka"/>
                <a:ea typeface="Fredoka"/>
                <a:cs typeface="Fredoka"/>
                <a:sym typeface="Fredoka"/>
              </a:rPr>
              <a:t>SUMASALANGIT KA, </a:t>
            </a:r>
          </a:p>
          <a:p>
            <a:pPr algn="ctr">
              <a:lnSpc>
                <a:spcPts val="14742"/>
              </a:lnSpc>
            </a:pPr>
            <a:r>
              <a:rPr lang="en-US" sz="9572" spc="957">
                <a:solidFill>
                  <a:srgbClr val="404040"/>
                </a:solidFill>
                <a:latin typeface="Fredoka"/>
                <a:ea typeface="Fredoka"/>
                <a:cs typeface="Fredoka"/>
                <a:sym typeface="Fredoka"/>
              </a:rPr>
              <a:t>SAMBAHIN ANG </a:t>
            </a:r>
          </a:p>
          <a:p>
            <a:pPr algn="ctr">
              <a:lnSpc>
                <a:spcPts val="14742"/>
              </a:lnSpc>
            </a:pPr>
            <a:r>
              <a:rPr lang="en-US" sz="9572" spc="957">
                <a:solidFill>
                  <a:srgbClr val="404040"/>
                </a:solidFill>
                <a:latin typeface="Fredoka"/>
                <a:ea typeface="Fredoka"/>
                <a:cs typeface="Fredoka"/>
                <a:sym typeface="Fredoka"/>
              </a:rPr>
              <a:t>NGALAN MO, </a:t>
            </a:r>
          </a:p>
        </p:txBody>
      </p:sp>
      <p:grpSp>
        <p:nvGrpSpPr>
          <p:cNvPr id="3" name="Group 3"/>
          <p:cNvGrpSpPr/>
          <p:nvPr/>
        </p:nvGrpSpPr>
        <p:grpSpPr>
          <a:xfrm>
            <a:off x="8153476" y="-38100"/>
            <a:ext cx="1981009" cy="1981009"/>
            <a:chOff x="0" y="0"/>
            <a:chExt cx="2641346" cy="2641346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2641346" cy="2641346"/>
            </a:xfrm>
            <a:custGeom>
              <a:avLst/>
              <a:gdLst/>
              <a:ahLst/>
              <a:cxnLst/>
              <a:rect l="l" t="t" r="r" b="b"/>
              <a:pathLst>
                <a:path w="2641346" h="2641346">
                  <a:moveTo>
                    <a:pt x="0" y="0"/>
                  </a:moveTo>
                  <a:lnTo>
                    <a:pt x="2641346" y="0"/>
                  </a:lnTo>
                  <a:lnTo>
                    <a:pt x="2641346" y="2641346"/>
                  </a:lnTo>
                  <a:lnTo>
                    <a:pt x="0" y="264134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/>
              </a:stretch>
            </a:blipFill>
          </p:spPr>
        </p:sp>
      </p:grpSp>
    </p:spTree>
  </p:cSld>
  <p:clrMapOvr>
    <a:masterClrMapping/>
  </p:clrMapOvr>
</p:sld>
</file>

<file path=ppt/slides/slide9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C13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613039" y="1600010"/>
            <a:ext cx="17061875" cy="761531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8936"/>
              </a:lnSpc>
            </a:pPr>
            <a:r>
              <a:rPr lang="en-US" sz="10073" spc="1007">
                <a:solidFill>
                  <a:srgbClr val="404040"/>
                </a:solidFill>
                <a:latin typeface="Fredoka"/>
                <a:ea typeface="Fredoka"/>
                <a:cs typeface="Fredoka"/>
                <a:sym typeface="Fredoka"/>
              </a:rPr>
              <a:t> MAPASAAMIN ANG KAHARIAN MO</a:t>
            </a:r>
          </a:p>
          <a:p>
            <a:pPr algn="ctr">
              <a:lnSpc>
                <a:spcPts val="18936"/>
              </a:lnSpc>
            </a:pPr>
            <a:r>
              <a:rPr lang="en-US" sz="10073" spc="1007">
                <a:solidFill>
                  <a:srgbClr val="404040"/>
                </a:solidFill>
                <a:latin typeface="Fredoka"/>
                <a:ea typeface="Fredoka"/>
                <a:cs typeface="Fredoka"/>
                <a:sym typeface="Fredoka"/>
              </a:rPr>
              <a:t>SUNDIN ANG LOOB MO, </a:t>
            </a:r>
          </a:p>
        </p:txBody>
      </p:sp>
      <p:grpSp>
        <p:nvGrpSpPr>
          <p:cNvPr id="3" name="Group 3"/>
          <p:cNvGrpSpPr/>
          <p:nvPr/>
        </p:nvGrpSpPr>
        <p:grpSpPr>
          <a:xfrm>
            <a:off x="8153476" y="266700"/>
            <a:ext cx="1981009" cy="1981009"/>
            <a:chOff x="0" y="0"/>
            <a:chExt cx="2641346" cy="2641346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2641346" cy="2641346"/>
            </a:xfrm>
            <a:custGeom>
              <a:avLst/>
              <a:gdLst/>
              <a:ahLst/>
              <a:cxnLst/>
              <a:rect l="l" t="t" r="r" b="b"/>
              <a:pathLst>
                <a:path w="2641346" h="2641346">
                  <a:moveTo>
                    <a:pt x="0" y="0"/>
                  </a:moveTo>
                  <a:lnTo>
                    <a:pt x="2641346" y="0"/>
                  </a:lnTo>
                  <a:lnTo>
                    <a:pt x="2641346" y="2641346"/>
                  </a:lnTo>
                  <a:lnTo>
                    <a:pt x="0" y="264134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/>
              </a:stretch>
            </a:blipFill>
          </p:spPr>
        </p:sp>
      </p:grpSp>
    </p:spTree>
  </p:cSld>
  <p:clrMapOvr>
    <a:masterClrMapping/>
  </p:clrMapOvr>
</p:sld>
</file>

<file path=ppt/slides/slide9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C13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613039" y="1962150"/>
            <a:ext cx="17061875" cy="667554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9312"/>
              </a:lnSpc>
            </a:pPr>
            <a:r>
              <a:rPr lang="en-US" sz="10271" spc="1027">
                <a:solidFill>
                  <a:srgbClr val="404040"/>
                </a:solidFill>
                <a:latin typeface="Fredoka"/>
                <a:ea typeface="Fredoka"/>
                <a:cs typeface="Fredoka"/>
                <a:sym typeface="Fredoka"/>
              </a:rPr>
              <a:t>DITO SA LUPA PARA LANG SA LANGIT</a:t>
            </a:r>
          </a:p>
        </p:txBody>
      </p:sp>
      <p:grpSp>
        <p:nvGrpSpPr>
          <p:cNvPr id="3" name="Group 3"/>
          <p:cNvGrpSpPr/>
          <p:nvPr/>
        </p:nvGrpSpPr>
        <p:grpSpPr>
          <a:xfrm>
            <a:off x="8153476" y="440817"/>
            <a:ext cx="1981009" cy="1981009"/>
            <a:chOff x="0" y="0"/>
            <a:chExt cx="2641346" cy="2641346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2641346" cy="2641346"/>
            </a:xfrm>
            <a:custGeom>
              <a:avLst/>
              <a:gdLst/>
              <a:ahLst/>
              <a:cxnLst/>
              <a:rect l="l" t="t" r="r" b="b"/>
              <a:pathLst>
                <a:path w="2641346" h="2641346">
                  <a:moveTo>
                    <a:pt x="0" y="0"/>
                  </a:moveTo>
                  <a:lnTo>
                    <a:pt x="2641346" y="0"/>
                  </a:lnTo>
                  <a:lnTo>
                    <a:pt x="2641346" y="2641346"/>
                  </a:lnTo>
                  <a:lnTo>
                    <a:pt x="0" y="264134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/>
              </a:stretch>
            </a:blipFill>
          </p:spPr>
        </p:sp>
      </p:grpSp>
    </p:spTree>
  </p:cSld>
  <p:clrMapOvr>
    <a:masterClrMapping/>
  </p:clrMapOvr>
</p:sld>
</file>

<file path=ppt/slides/slide9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C13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0" y="1865995"/>
            <a:ext cx="18288000" cy="676091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6815"/>
              </a:lnSpc>
            </a:pPr>
            <a:r>
              <a:rPr lang="en-US" sz="9138" spc="911">
                <a:solidFill>
                  <a:srgbClr val="404040"/>
                </a:solidFill>
                <a:latin typeface="Fredoka"/>
                <a:ea typeface="Fredoka"/>
                <a:cs typeface="Fredoka"/>
                <a:sym typeface="Fredoka"/>
              </a:rPr>
              <a:t>BIGYAN MO  KAMI NGAYON NG AMING KAKANIN SA ARAW ARAW,</a:t>
            </a:r>
          </a:p>
        </p:txBody>
      </p:sp>
      <p:grpSp>
        <p:nvGrpSpPr>
          <p:cNvPr id="3" name="Group 3"/>
          <p:cNvGrpSpPr/>
          <p:nvPr/>
        </p:nvGrpSpPr>
        <p:grpSpPr>
          <a:xfrm>
            <a:off x="8153476" y="440817"/>
            <a:ext cx="1981009" cy="1981009"/>
            <a:chOff x="0" y="0"/>
            <a:chExt cx="2641346" cy="2641346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2641346" cy="2641346"/>
            </a:xfrm>
            <a:custGeom>
              <a:avLst/>
              <a:gdLst/>
              <a:ahLst/>
              <a:cxnLst/>
              <a:rect l="l" t="t" r="r" b="b"/>
              <a:pathLst>
                <a:path w="2641346" h="2641346">
                  <a:moveTo>
                    <a:pt x="0" y="0"/>
                  </a:moveTo>
                  <a:lnTo>
                    <a:pt x="2641346" y="0"/>
                  </a:lnTo>
                  <a:lnTo>
                    <a:pt x="2641346" y="2641346"/>
                  </a:lnTo>
                  <a:lnTo>
                    <a:pt x="0" y="264134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/>
              </a:stretch>
            </a:blipFill>
          </p:spPr>
        </p:sp>
      </p:grpSp>
    </p:spTree>
  </p:cSld>
  <p:clrMapOvr>
    <a:masterClrMapping/>
  </p:clrMapOvr>
</p:sld>
</file>

<file path=ppt/slides/slide9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C13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283835" y="2162175"/>
            <a:ext cx="17720281" cy="507213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8471"/>
              </a:lnSpc>
            </a:pPr>
            <a:r>
              <a:rPr lang="en-US" sz="10036" spc="1002">
                <a:solidFill>
                  <a:srgbClr val="404040"/>
                </a:solidFill>
                <a:latin typeface="Fredoka"/>
                <a:ea typeface="Fredoka"/>
                <a:cs typeface="Fredoka"/>
                <a:sym typeface="Fredoka"/>
              </a:rPr>
              <a:t>AT PATAWARIN MO ANG AMING MGA SALA,</a:t>
            </a:r>
          </a:p>
        </p:txBody>
      </p:sp>
      <p:grpSp>
        <p:nvGrpSpPr>
          <p:cNvPr id="3" name="Group 3"/>
          <p:cNvGrpSpPr/>
          <p:nvPr/>
        </p:nvGrpSpPr>
        <p:grpSpPr>
          <a:xfrm>
            <a:off x="8153476" y="440817"/>
            <a:ext cx="1981009" cy="1981009"/>
            <a:chOff x="0" y="0"/>
            <a:chExt cx="2641346" cy="2641346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2641346" cy="2641346"/>
            </a:xfrm>
            <a:custGeom>
              <a:avLst/>
              <a:gdLst/>
              <a:ahLst/>
              <a:cxnLst/>
              <a:rect l="l" t="t" r="r" b="b"/>
              <a:pathLst>
                <a:path w="2641346" h="2641346">
                  <a:moveTo>
                    <a:pt x="0" y="0"/>
                  </a:moveTo>
                  <a:lnTo>
                    <a:pt x="2641346" y="0"/>
                  </a:lnTo>
                  <a:lnTo>
                    <a:pt x="2641346" y="2641346"/>
                  </a:lnTo>
                  <a:lnTo>
                    <a:pt x="0" y="264134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/>
              </a:stretch>
            </a:blipFill>
          </p:spPr>
        </p:sp>
      </p:grpSp>
    </p:spTree>
  </p:cSld>
  <p:clrMapOvr>
    <a:masterClrMapping/>
  </p:clrMapOvr>
</p:sld>
</file>

<file path=ppt/slides/slide9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C13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510931" y="2219325"/>
            <a:ext cx="17266101" cy="683446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6999"/>
              </a:lnSpc>
            </a:pPr>
            <a:r>
              <a:rPr lang="en-US" sz="9238" spc="459">
                <a:solidFill>
                  <a:srgbClr val="404040"/>
                </a:solidFill>
                <a:latin typeface="Fredoka"/>
                <a:ea typeface="Fredoka"/>
                <a:cs typeface="Fredoka"/>
                <a:sym typeface="Fredoka"/>
              </a:rPr>
              <a:t>PARA NG PAGPAPATAWAD NAMIN SA NAGKAKASALA SA AMIN</a:t>
            </a:r>
          </a:p>
        </p:txBody>
      </p:sp>
      <p:grpSp>
        <p:nvGrpSpPr>
          <p:cNvPr id="3" name="Group 3"/>
          <p:cNvGrpSpPr/>
          <p:nvPr/>
        </p:nvGrpSpPr>
        <p:grpSpPr>
          <a:xfrm>
            <a:off x="8153476" y="440817"/>
            <a:ext cx="1981009" cy="1981009"/>
            <a:chOff x="0" y="0"/>
            <a:chExt cx="2641346" cy="2641346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2641346" cy="2641346"/>
            </a:xfrm>
            <a:custGeom>
              <a:avLst/>
              <a:gdLst/>
              <a:ahLst/>
              <a:cxnLst/>
              <a:rect l="l" t="t" r="r" b="b"/>
              <a:pathLst>
                <a:path w="2641346" h="2641346">
                  <a:moveTo>
                    <a:pt x="0" y="0"/>
                  </a:moveTo>
                  <a:lnTo>
                    <a:pt x="2641346" y="0"/>
                  </a:lnTo>
                  <a:lnTo>
                    <a:pt x="2641346" y="2641346"/>
                  </a:lnTo>
                  <a:lnTo>
                    <a:pt x="0" y="264134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/>
              </a:stretch>
            </a:blipFill>
          </p:spPr>
        </p:sp>
      </p:grpSp>
    </p:spTree>
  </p:cSld>
  <p:clrMapOvr>
    <a:masterClrMapping/>
  </p:clrMapOvr>
</p:sld>
</file>

<file path=ppt/slides/slide10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C13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1090003" y="1877054"/>
            <a:ext cx="16107947" cy="817446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7817"/>
              </a:lnSpc>
            </a:pPr>
            <a:r>
              <a:rPr lang="en-US" sz="10298" spc="514">
                <a:solidFill>
                  <a:srgbClr val="404040"/>
                </a:solidFill>
                <a:latin typeface="Fredoka"/>
                <a:ea typeface="Fredoka"/>
                <a:cs typeface="Fredoka"/>
                <a:sym typeface="Fredoka"/>
              </a:rPr>
              <a:t>AT HUWAG MO KAMING IPAHINTULOT SA TUKSO,</a:t>
            </a:r>
          </a:p>
        </p:txBody>
      </p:sp>
      <p:grpSp>
        <p:nvGrpSpPr>
          <p:cNvPr id="3" name="Group 3"/>
          <p:cNvGrpSpPr/>
          <p:nvPr/>
        </p:nvGrpSpPr>
        <p:grpSpPr>
          <a:xfrm>
            <a:off x="8153476" y="440817"/>
            <a:ext cx="1981009" cy="1981009"/>
            <a:chOff x="0" y="0"/>
            <a:chExt cx="2641346" cy="2641346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2641346" cy="2641346"/>
            </a:xfrm>
            <a:custGeom>
              <a:avLst/>
              <a:gdLst/>
              <a:ahLst/>
              <a:cxnLst/>
              <a:rect l="l" t="t" r="r" b="b"/>
              <a:pathLst>
                <a:path w="2641346" h="2641346">
                  <a:moveTo>
                    <a:pt x="0" y="0"/>
                  </a:moveTo>
                  <a:lnTo>
                    <a:pt x="2641346" y="0"/>
                  </a:lnTo>
                  <a:lnTo>
                    <a:pt x="2641346" y="2641346"/>
                  </a:lnTo>
                  <a:lnTo>
                    <a:pt x="0" y="264134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/>
              </a:stretch>
            </a:blipFill>
          </p:spPr>
        </p:sp>
      </p:grpSp>
    </p:spTree>
  </p:cSld>
  <p:clrMapOvr>
    <a:masterClrMapping/>
  </p:clrMapOvr>
</p:sld>
</file>

<file path=ppt/slides/slide10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C13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1090003" y="2105025"/>
            <a:ext cx="16107947" cy="711035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7817"/>
              </a:lnSpc>
            </a:pPr>
            <a:r>
              <a:rPr lang="en-US" sz="10298" spc="1029">
                <a:solidFill>
                  <a:srgbClr val="404040"/>
                </a:solidFill>
                <a:latin typeface="Fredoka"/>
                <a:ea typeface="Fredoka"/>
                <a:cs typeface="Fredoka"/>
                <a:sym typeface="Fredoka"/>
              </a:rPr>
              <a:t>AT IADYA MO KAMI SA LAHAT NG MASAMA</a:t>
            </a:r>
          </a:p>
        </p:txBody>
      </p:sp>
      <p:grpSp>
        <p:nvGrpSpPr>
          <p:cNvPr id="3" name="Group 3"/>
          <p:cNvGrpSpPr/>
          <p:nvPr/>
        </p:nvGrpSpPr>
        <p:grpSpPr>
          <a:xfrm>
            <a:off x="8153476" y="440817"/>
            <a:ext cx="1981009" cy="1981009"/>
            <a:chOff x="0" y="0"/>
            <a:chExt cx="2641346" cy="2641346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2641346" cy="2641346"/>
            </a:xfrm>
            <a:custGeom>
              <a:avLst/>
              <a:gdLst/>
              <a:ahLst/>
              <a:cxnLst/>
              <a:rect l="l" t="t" r="r" b="b"/>
              <a:pathLst>
                <a:path w="2641346" h="2641346">
                  <a:moveTo>
                    <a:pt x="0" y="0"/>
                  </a:moveTo>
                  <a:lnTo>
                    <a:pt x="2641346" y="0"/>
                  </a:lnTo>
                  <a:lnTo>
                    <a:pt x="2641346" y="2641346"/>
                  </a:lnTo>
                  <a:lnTo>
                    <a:pt x="0" y="264134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/>
              </a:stretch>
            </a:blipFill>
          </p:spPr>
        </p:sp>
      </p:grpSp>
    </p:spTree>
  </p:cSld>
  <p:clrMapOvr>
    <a:masterClrMapping/>
  </p:clrMapOvr>
</p:sld>
</file>

<file path=ppt/slides/slide10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C13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13008597" y="319192"/>
            <a:ext cx="1749809" cy="1559185"/>
            <a:chOff x="0" y="0"/>
            <a:chExt cx="2333079" cy="2078914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2333117" cy="2078863"/>
            </a:xfrm>
            <a:custGeom>
              <a:avLst/>
              <a:gdLst/>
              <a:ahLst/>
              <a:cxnLst/>
              <a:rect l="l" t="t" r="r" b="b"/>
              <a:pathLst>
                <a:path w="2333117" h="2078863">
                  <a:moveTo>
                    <a:pt x="0" y="0"/>
                  </a:moveTo>
                  <a:lnTo>
                    <a:pt x="2333117" y="0"/>
                  </a:lnTo>
                  <a:lnTo>
                    <a:pt x="2333117" y="2078863"/>
                  </a:lnTo>
                  <a:lnTo>
                    <a:pt x="0" y="207886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t="-6112" r="1" b="-6115"/>
              </a:stretch>
            </a:blipFill>
          </p:spPr>
        </p:sp>
      </p:grpSp>
      <p:grpSp>
        <p:nvGrpSpPr>
          <p:cNvPr id="4" name="Group 4"/>
          <p:cNvGrpSpPr/>
          <p:nvPr/>
        </p:nvGrpSpPr>
        <p:grpSpPr>
          <a:xfrm>
            <a:off x="16535400" y="8039100"/>
            <a:ext cx="2239232" cy="57150"/>
            <a:chOff x="0" y="0"/>
            <a:chExt cx="2985643" cy="76200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2985643" cy="76200"/>
            </a:xfrm>
            <a:custGeom>
              <a:avLst/>
              <a:gdLst/>
              <a:ahLst/>
              <a:cxnLst/>
              <a:rect l="l" t="t" r="r" b="b"/>
              <a:pathLst>
                <a:path w="2985643" h="76200">
                  <a:moveTo>
                    <a:pt x="0" y="25400"/>
                  </a:moveTo>
                  <a:lnTo>
                    <a:pt x="2985262" y="0"/>
                  </a:lnTo>
                  <a:lnTo>
                    <a:pt x="2985643" y="50800"/>
                  </a:lnTo>
                  <a:lnTo>
                    <a:pt x="508" y="76200"/>
                  </a:lnTo>
                  <a:close/>
                </a:path>
              </a:pathLst>
            </a:custGeom>
            <a:solidFill>
              <a:srgbClr val="FFFFFF"/>
            </a:solidFill>
            <a:ln w="12700">
              <a:solidFill>
                <a:srgbClr val="000000"/>
              </a:solidFill>
            </a:ln>
          </p:spPr>
        </p:sp>
      </p:grpSp>
      <p:grpSp>
        <p:nvGrpSpPr>
          <p:cNvPr id="6" name="Group 6"/>
          <p:cNvGrpSpPr/>
          <p:nvPr/>
        </p:nvGrpSpPr>
        <p:grpSpPr>
          <a:xfrm>
            <a:off x="8962168" y="8069990"/>
            <a:ext cx="2239232" cy="57150"/>
            <a:chOff x="0" y="0"/>
            <a:chExt cx="2985643" cy="76200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2985643" cy="76200"/>
            </a:xfrm>
            <a:custGeom>
              <a:avLst/>
              <a:gdLst/>
              <a:ahLst/>
              <a:cxnLst/>
              <a:rect l="l" t="t" r="r" b="b"/>
              <a:pathLst>
                <a:path w="2985643" h="76200">
                  <a:moveTo>
                    <a:pt x="0" y="25400"/>
                  </a:moveTo>
                  <a:lnTo>
                    <a:pt x="2985262" y="0"/>
                  </a:lnTo>
                  <a:lnTo>
                    <a:pt x="2985643" y="50800"/>
                  </a:lnTo>
                  <a:lnTo>
                    <a:pt x="508" y="76200"/>
                  </a:lnTo>
                  <a:close/>
                </a:path>
              </a:pathLst>
            </a:custGeom>
            <a:solidFill>
              <a:srgbClr val="FFFFFF"/>
            </a:solidFill>
            <a:ln w="12700">
              <a:solidFill>
                <a:srgbClr val="000000"/>
              </a:solidFill>
            </a:ln>
          </p:spPr>
        </p:sp>
      </p:grpSp>
      <p:grpSp>
        <p:nvGrpSpPr>
          <p:cNvPr id="8" name="Group 8"/>
          <p:cNvGrpSpPr/>
          <p:nvPr/>
        </p:nvGrpSpPr>
        <p:grpSpPr>
          <a:xfrm>
            <a:off x="10596582" y="8978570"/>
            <a:ext cx="6856286" cy="814578"/>
            <a:chOff x="0" y="0"/>
            <a:chExt cx="9141714" cy="1086104"/>
          </a:xfrm>
        </p:grpSpPr>
        <p:sp>
          <p:nvSpPr>
            <p:cNvPr id="9" name="Freeform 9"/>
            <p:cNvSpPr/>
            <p:nvPr/>
          </p:nvSpPr>
          <p:spPr>
            <a:xfrm>
              <a:off x="8509" y="8509"/>
              <a:ext cx="9129014" cy="1073404"/>
            </a:xfrm>
            <a:custGeom>
              <a:avLst/>
              <a:gdLst/>
              <a:ahLst/>
              <a:cxnLst/>
              <a:rect l="l" t="t" r="r" b="b"/>
              <a:pathLst>
                <a:path w="9129014" h="1073404">
                  <a:moveTo>
                    <a:pt x="0" y="0"/>
                  </a:moveTo>
                  <a:lnTo>
                    <a:pt x="9129014" y="0"/>
                  </a:lnTo>
                  <a:lnTo>
                    <a:pt x="9129014" y="1073404"/>
                  </a:lnTo>
                  <a:lnTo>
                    <a:pt x="0" y="1073404"/>
                  </a:lnTo>
                  <a:close/>
                </a:path>
              </a:pathLst>
            </a:custGeom>
            <a:solidFill>
              <a:srgbClr val="352C2F"/>
            </a:solidFill>
            <a:ln w="12700">
              <a:solidFill>
                <a:srgbClr val="000000"/>
              </a:solidFill>
            </a:ln>
          </p:spPr>
        </p:sp>
        <p:sp>
          <p:nvSpPr>
            <p:cNvPr id="10" name="Freeform 10"/>
            <p:cNvSpPr/>
            <p:nvPr/>
          </p:nvSpPr>
          <p:spPr>
            <a:xfrm>
              <a:off x="0" y="0"/>
              <a:ext cx="9146032" cy="1090422"/>
            </a:xfrm>
            <a:custGeom>
              <a:avLst/>
              <a:gdLst/>
              <a:ahLst/>
              <a:cxnLst/>
              <a:rect l="l" t="t" r="r" b="b"/>
              <a:pathLst>
                <a:path w="9146032" h="1090422">
                  <a:moveTo>
                    <a:pt x="8509" y="0"/>
                  </a:moveTo>
                  <a:lnTo>
                    <a:pt x="9137523" y="0"/>
                  </a:lnTo>
                  <a:cubicBezTo>
                    <a:pt x="9142222" y="0"/>
                    <a:pt x="9146032" y="3810"/>
                    <a:pt x="9146032" y="8509"/>
                  </a:cubicBezTo>
                  <a:lnTo>
                    <a:pt x="9146032" y="1081913"/>
                  </a:lnTo>
                  <a:cubicBezTo>
                    <a:pt x="9146032" y="1086612"/>
                    <a:pt x="9142222" y="1090422"/>
                    <a:pt x="9137523" y="1090422"/>
                  </a:cubicBezTo>
                  <a:lnTo>
                    <a:pt x="8509" y="1090422"/>
                  </a:lnTo>
                  <a:cubicBezTo>
                    <a:pt x="3810" y="1090422"/>
                    <a:pt x="0" y="1086612"/>
                    <a:pt x="0" y="1081913"/>
                  </a:cubicBezTo>
                  <a:lnTo>
                    <a:pt x="0" y="8509"/>
                  </a:lnTo>
                  <a:cubicBezTo>
                    <a:pt x="0" y="3810"/>
                    <a:pt x="3810" y="0"/>
                    <a:pt x="8509" y="0"/>
                  </a:cubicBezTo>
                  <a:moveTo>
                    <a:pt x="8509" y="16891"/>
                  </a:moveTo>
                  <a:lnTo>
                    <a:pt x="8509" y="8509"/>
                  </a:lnTo>
                  <a:lnTo>
                    <a:pt x="17018" y="8509"/>
                  </a:lnTo>
                  <a:lnTo>
                    <a:pt x="17018" y="1081913"/>
                  </a:lnTo>
                  <a:lnTo>
                    <a:pt x="8509" y="1081913"/>
                  </a:lnTo>
                  <a:lnTo>
                    <a:pt x="8509" y="1073404"/>
                  </a:lnTo>
                  <a:lnTo>
                    <a:pt x="9137523" y="1073404"/>
                  </a:lnTo>
                  <a:lnTo>
                    <a:pt x="9137523" y="1081913"/>
                  </a:lnTo>
                  <a:lnTo>
                    <a:pt x="9129014" y="1081913"/>
                  </a:lnTo>
                  <a:lnTo>
                    <a:pt x="9129014" y="8509"/>
                  </a:lnTo>
                  <a:lnTo>
                    <a:pt x="9137523" y="8509"/>
                  </a:lnTo>
                  <a:lnTo>
                    <a:pt x="9137523" y="17018"/>
                  </a:lnTo>
                  <a:lnTo>
                    <a:pt x="8509" y="17018"/>
                  </a:lnTo>
                  <a:close/>
                </a:path>
              </a:pathLst>
            </a:custGeom>
            <a:solidFill>
              <a:srgbClr val="000000"/>
            </a:solidFill>
            <a:ln w="12700">
              <a:solidFill>
                <a:srgbClr val="000000"/>
              </a:solidFill>
            </a:ln>
          </p:spPr>
        </p:sp>
      </p:grpSp>
      <p:sp>
        <p:nvSpPr>
          <p:cNvPr id="11" name="Freeform 11"/>
          <p:cNvSpPr/>
          <p:nvPr/>
        </p:nvSpPr>
        <p:spPr>
          <a:xfrm>
            <a:off x="0" y="0"/>
            <a:ext cx="8962168" cy="10976993"/>
          </a:xfrm>
          <a:custGeom>
            <a:avLst/>
            <a:gdLst/>
            <a:ahLst/>
            <a:cxnLst/>
            <a:rect l="l" t="t" r="r" b="b"/>
            <a:pathLst>
              <a:path w="8962168" h="10976993">
                <a:moveTo>
                  <a:pt x="0" y="0"/>
                </a:moveTo>
                <a:lnTo>
                  <a:pt x="8962168" y="0"/>
                </a:lnTo>
                <a:lnTo>
                  <a:pt x="8962168" y="10976993"/>
                </a:lnTo>
                <a:lnTo>
                  <a:pt x="0" y="10976993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t="-2086" b="-2086"/>
            </a:stretch>
          </a:blipFill>
        </p:spPr>
      </p:sp>
      <p:sp>
        <p:nvSpPr>
          <p:cNvPr id="12" name="TextBox 12"/>
          <p:cNvSpPr txBox="1"/>
          <p:nvPr/>
        </p:nvSpPr>
        <p:spPr>
          <a:xfrm>
            <a:off x="11351479" y="7701978"/>
            <a:ext cx="5064071" cy="67424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5401"/>
              </a:lnSpc>
            </a:pPr>
            <a:r>
              <a:rPr lang="en-US" sz="3800" spc="428" dirty="0">
                <a:solidFill>
                  <a:srgbClr val="404040"/>
                </a:solidFill>
                <a:latin typeface="Yeseva One"/>
                <a:ea typeface="Yeseva One"/>
                <a:cs typeface="Yeseva One"/>
                <a:sym typeface="Yeseva One"/>
              </a:rPr>
              <a:t>Mateo 2, 2-12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10669391" y="9074258"/>
            <a:ext cx="6713906" cy="62644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5151"/>
              </a:lnSpc>
            </a:pPr>
            <a:r>
              <a:rPr lang="en-US" sz="3528" spc="409" dirty="0">
                <a:solidFill>
                  <a:srgbClr val="FFFFFF"/>
                </a:solidFill>
                <a:latin typeface="Yeseva One"/>
                <a:ea typeface="Yeseva One"/>
                <a:cs typeface="Yeseva One"/>
                <a:sym typeface="Yeseva One"/>
              </a:rPr>
              <a:t>January 04, 2026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9472574" y="1678432"/>
            <a:ext cx="8487242" cy="224586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9196"/>
              </a:lnSpc>
            </a:pPr>
            <a:r>
              <a:rPr lang="en-US" sz="5400" spc="717" dirty="0" err="1">
                <a:solidFill>
                  <a:srgbClr val="404040"/>
                </a:solidFill>
                <a:latin typeface="Yeseva One"/>
                <a:ea typeface="Yeseva One"/>
                <a:cs typeface="Yeseva One"/>
                <a:sym typeface="Yeseva One"/>
              </a:rPr>
              <a:t>Dakilang</a:t>
            </a:r>
            <a:r>
              <a:rPr lang="en-US" sz="5400" spc="717" dirty="0">
                <a:solidFill>
                  <a:srgbClr val="404040"/>
                </a:solidFill>
                <a:latin typeface="Yeseva One"/>
                <a:ea typeface="Yeseva One"/>
                <a:cs typeface="Yeseva One"/>
                <a:sym typeface="Yeseva One"/>
              </a:rPr>
              <a:t> </a:t>
            </a:r>
            <a:r>
              <a:rPr lang="en-US" sz="5400" spc="717" dirty="0" err="1">
                <a:solidFill>
                  <a:srgbClr val="404040"/>
                </a:solidFill>
                <a:latin typeface="Yeseva One"/>
                <a:ea typeface="Yeseva One"/>
                <a:cs typeface="Yeseva One"/>
                <a:sym typeface="Yeseva One"/>
              </a:rPr>
              <a:t>Kapistahan</a:t>
            </a:r>
            <a:r>
              <a:rPr lang="en-US" sz="5400" spc="717" dirty="0">
                <a:solidFill>
                  <a:srgbClr val="404040"/>
                </a:solidFill>
                <a:latin typeface="Yeseva One"/>
                <a:ea typeface="Yeseva One"/>
                <a:cs typeface="Yeseva One"/>
                <a:sym typeface="Yeseva One"/>
              </a:rPr>
              <a:t> ng 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9158748" y="4020781"/>
            <a:ext cx="8920763" cy="356111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9519"/>
              </a:lnSpc>
            </a:pPr>
            <a:r>
              <a:rPr lang="en-US" sz="6800" spc="808" dirty="0">
                <a:solidFill>
                  <a:srgbClr val="404040"/>
                </a:solidFill>
                <a:latin typeface="Bevan"/>
                <a:ea typeface="Bevan"/>
                <a:cs typeface="Bevan"/>
                <a:sym typeface="Bevan"/>
              </a:rPr>
              <a:t>PAGPAPAKITA NG PANGINOON</a:t>
            </a:r>
          </a:p>
        </p:txBody>
      </p:sp>
    </p:spTree>
    <p:extLst>
      <p:ext uri="{BB962C8B-B14F-4D97-AF65-F5344CB8AC3E}">
        <p14:creationId xmlns:p14="http://schemas.microsoft.com/office/powerpoint/2010/main" val="707964837"/>
      </p:ext>
    </p:extLst>
  </p:cSld>
  <p:clrMapOvr>
    <a:masterClrMapping/>
  </p:clrMapOvr>
</p:sld>
</file>

<file path=ppt/slides/slide10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C13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721423" y="4286250"/>
            <a:ext cx="16845096" cy="152095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2932"/>
              </a:lnSpc>
            </a:pPr>
            <a:r>
              <a:rPr lang="en-US" sz="12000" spc="1472">
                <a:solidFill>
                  <a:srgbClr val="404040"/>
                </a:solidFill>
                <a:latin typeface="Fredoka"/>
                <a:ea typeface="Fredoka"/>
                <a:cs typeface="Fredoka"/>
                <a:sym typeface="Fredoka"/>
              </a:rPr>
              <a:t>AMEN</a:t>
            </a:r>
          </a:p>
        </p:txBody>
      </p:sp>
      <p:grpSp>
        <p:nvGrpSpPr>
          <p:cNvPr id="3" name="Group 3"/>
          <p:cNvGrpSpPr/>
          <p:nvPr/>
        </p:nvGrpSpPr>
        <p:grpSpPr>
          <a:xfrm>
            <a:off x="8153476" y="440817"/>
            <a:ext cx="1981009" cy="1981009"/>
            <a:chOff x="0" y="0"/>
            <a:chExt cx="2641346" cy="2641346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2641346" cy="2641346"/>
            </a:xfrm>
            <a:custGeom>
              <a:avLst/>
              <a:gdLst/>
              <a:ahLst/>
              <a:cxnLst/>
              <a:rect l="l" t="t" r="r" b="b"/>
              <a:pathLst>
                <a:path w="2641346" h="2641346">
                  <a:moveTo>
                    <a:pt x="0" y="0"/>
                  </a:moveTo>
                  <a:lnTo>
                    <a:pt x="2641346" y="0"/>
                  </a:lnTo>
                  <a:lnTo>
                    <a:pt x="2641346" y="2641346"/>
                  </a:lnTo>
                  <a:lnTo>
                    <a:pt x="0" y="264134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/>
              </a:stretch>
            </a:blipFill>
          </p:spPr>
        </p:sp>
      </p:grpSp>
    </p:spTree>
  </p:cSld>
  <p:clrMapOvr>
    <a:masterClrMapping/>
  </p:clrMapOvr>
</p:sld>
</file>

<file path=ppt/slides/slide10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C13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13008597" y="319192"/>
            <a:ext cx="1749809" cy="1559185"/>
            <a:chOff x="0" y="0"/>
            <a:chExt cx="2333079" cy="2078914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2333117" cy="2078863"/>
            </a:xfrm>
            <a:custGeom>
              <a:avLst/>
              <a:gdLst/>
              <a:ahLst/>
              <a:cxnLst/>
              <a:rect l="l" t="t" r="r" b="b"/>
              <a:pathLst>
                <a:path w="2333117" h="2078863">
                  <a:moveTo>
                    <a:pt x="0" y="0"/>
                  </a:moveTo>
                  <a:lnTo>
                    <a:pt x="2333117" y="0"/>
                  </a:lnTo>
                  <a:lnTo>
                    <a:pt x="2333117" y="2078863"/>
                  </a:lnTo>
                  <a:lnTo>
                    <a:pt x="0" y="207886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t="-6112" r="1" b="-6115"/>
              </a:stretch>
            </a:blipFill>
          </p:spPr>
        </p:sp>
      </p:grpSp>
      <p:grpSp>
        <p:nvGrpSpPr>
          <p:cNvPr id="4" name="Group 4"/>
          <p:cNvGrpSpPr/>
          <p:nvPr/>
        </p:nvGrpSpPr>
        <p:grpSpPr>
          <a:xfrm>
            <a:off x="16535400" y="8039100"/>
            <a:ext cx="2239232" cy="57150"/>
            <a:chOff x="0" y="0"/>
            <a:chExt cx="2985643" cy="76200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2985643" cy="76200"/>
            </a:xfrm>
            <a:custGeom>
              <a:avLst/>
              <a:gdLst/>
              <a:ahLst/>
              <a:cxnLst/>
              <a:rect l="l" t="t" r="r" b="b"/>
              <a:pathLst>
                <a:path w="2985643" h="76200">
                  <a:moveTo>
                    <a:pt x="0" y="25400"/>
                  </a:moveTo>
                  <a:lnTo>
                    <a:pt x="2985262" y="0"/>
                  </a:lnTo>
                  <a:lnTo>
                    <a:pt x="2985643" y="50800"/>
                  </a:lnTo>
                  <a:lnTo>
                    <a:pt x="508" y="76200"/>
                  </a:lnTo>
                  <a:close/>
                </a:path>
              </a:pathLst>
            </a:custGeom>
            <a:solidFill>
              <a:srgbClr val="FFFFFF"/>
            </a:solidFill>
            <a:ln w="12700">
              <a:solidFill>
                <a:srgbClr val="000000"/>
              </a:solidFill>
            </a:ln>
          </p:spPr>
        </p:sp>
      </p:grpSp>
      <p:grpSp>
        <p:nvGrpSpPr>
          <p:cNvPr id="6" name="Group 6"/>
          <p:cNvGrpSpPr/>
          <p:nvPr/>
        </p:nvGrpSpPr>
        <p:grpSpPr>
          <a:xfrm>
            <a:off x="8962168" y="8069990"/>
            <a:ext cx="2239232" cy="57150"/>
            <a:chOff x="0" y="0"/>
            <a:chExt cx="2985643" cy="76200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2985643" cy="76200"/>
            </a:xfrm>
            <a:custGeom>
              <a:avLst/>
              <a:gdLst/>
              <a:ahLst/>
              <a:cxnLst/>
              <a:rect l="l" t="t" r="r" b="b"/>
              <a:pathLst>
                <a:path w="2985643" h="76200">
                  <a:moveTo>
                    <a:pt x="0" y="25400"/>
                  </a:moveTo>
                  <a:lnTo>
                    <a:pt x="2985262" y="0"/>
                  </a:lnTo>
                  <a:lnTo>
                    <a:pt x="2985643" y="50800"/>
                  </a:lnTo>
                  <a:lnTo>
                    <a:pt x="508" y="76200"/>
                  </a:lnTo>
                  <a:close/>
                </a:path>
              </a:pathLst>
            </a:custGeom>
            <a:solidFill>
              <a:srgbClr val="FFFFFF"/>
            </a:solidFill>
            <a:ln w="12700">
              <a:solidFill>
                <a:srgbClr val="000000"/>
              </a:solidFill>
            </a:ln>
          </p:spPr>
        </p:sp>
      </p:grpSp>
      <p:grpSp>
        <p:nvGrpSpPr>
          <p:cNvPr id="8" name="Group 8"/>
          <p:cNvGrpSpPr/>
          <p:nvPr/>
        </p:nvGrpSpPr>
        <p:grpSpPr>
          <a:xfrm>
            <a:off x="10596582" y="8978570"/>
            <a:ext cx="6856286" cy="814578"/>
            <a:chOff x="0" y="0"/>
            <a:chExt cx="9141714" cy="1086104"/>
          </a:xfrm>
        </p:grpSpPr>
        <p:sp>
          <p:nvSpPr>
            <p:cNvPr id="9" name="Freeform 9"/>
            <p:cNvSpPr/>
            <p:nvPr/>
          </p:nvSpPr>
          <p:spPr>
            <a:xfrm>
              <a:off x="8509" y="8509"/>
              <a:ext cx="9129014" cy="1073404"/>
            </a:xfrm>
            <a:custGeom>
              <a:avLst/>
              <a:gdLst/>
              <a:ahLst/>
              <a:cxnLst/>
              <a:rect l="l" t="t" r="r" b="b"/>
              <a:pathLst>
                <a:path w="9129014" h="1073404">
                  <a:moveTo>
                    <a:pt x="0" y="0"/>
                  </a:moveTo>
                  <a:lnTo>
                    <a:pt x="9129014" y="0"/>
                  </a:lnTo>
                  <a:lnTo>
                    <a:pt x="9129014" y="1073404"/>
                  </a:lnTo>
                  <a:lnTo>
                    <a:pt x="0" y="1073404"/>
                  </a:lnTo>
                  <a:close/>
                </a:path>
              </a:pathLst>
            </a:custGeom>
            <a:solidFill>
              <a:srgbClr val="352C2F"/>
            </a:solidFill>
            <a:ln w="12700">
              <a:solidFill>
                <a:srgbClr val="000000"/>
              </a:solidFill>
            </a:ln>
          </p:spPr>
        </p:sp>
        <p:sp>
          <p:nvSpPr>
            <p:cNvPr id="10" name="Freeform 10"/>
            <p:cNvSpPr/>
            <p:nvPr/>
          </p:nvSpPr>
          <p:spPr>
            <a:xfrm>
              <a:off x="0" y="0"/>
              <a:ext cx="9146032" cy="1090422"/>
            </a:xfrm>
            <a:custGeom>
              <a:avLst/>
              <a:gdLst/>
              <a:ahLst/>
              <a:cxnLst/>
              <a:rect l="l" t="t" r="r" b="b"/>
              <a:pathLst>
                <a:path w="9146032" h="1090422">
                  <a:moveTo>
                    <a:pt x="8509" y="0"/>
                  </a:moveTo>
                  <a:lnTo>
                    <a:pt x="9137523" y="0"/>
                  </a:lnTo>
                  <a:cubicBezTo>
                    <a:pt x="9142222" y="0"/>
                    <a:pt x="9146032" y="3810"/>
                    <a:pt x="9146032" y="8509"/>
                  </a:cubicBezTo>
                  <a:lnTo>
                    <a:pt x="9146032" y="1081913"/>
                  </a:lnTo>
                  <a:cubicBezTo>
                    <a:pt x="9146032" y="1086612"/>
                    <a:pt x="9142222" y="1090422"/>
                    <a:pt x="9137523" y="1090422"/>
                  </a:cubicBezTo>
                  <a:lnTo>
                    <a:pt x="8509" y="1090422"/>
                  </a:lnTo>
                  <a:cubicBezTo>
                    <a:pt x="3810" y="1090422"/>
                    <a:pt x="0" y="1086612"/>
                    <a:pt x="0" y="1081913"/>
                  </a:cubicBezTo>
                  <a:lnTo>
                    <a:pt x="0" y="8509"/>
                  </a:lnTo>
                  <a:cubicBezTo>
                    <a:pt x="0" y="3810"/>
                    <a:pt x="3810" y="0"/>
                    <a:pt x="8509" y="0"/>
                  </a:cubicBezTo>
                  <a:moveTo>
                    <a:pt x="8509" y="16891"/>
                  </a:moveTo>
                  <a:lnTo>
                    <a:pt x="8509" y="8509"/>
                  </a:lnTo>
                  <a:lnTo>
                    <a:pt x="17018" y="8509"/>
                  </a:lnTo>
                  <a:lnTo>
                    <a:pt x="17018" y="1081913"/>
                  </a:lnTo>
                  <a:lnTo>
                    <a:pt x="8509" y="1081913"/>
                  </a:lnTo>
                  <a:lnTo>
                    <a:pt x="8509" y="1073404"/>
                  </a:lnTo>
                  <a:lnTo>
                    <a:pt x="9137523" y="1073404"/>
                  </a:lnTo>
                  <a:lnTo>
                    <a:pt x="9137523" y="1081913"/>
                  </a:lnTo>
                  <a:lnTo>
                    <a:pt x="9129014" y="1081913"/>
                  </a:lnTo>
                  <a:lnTo>
                    <a:pt x="9129014" y="8509"/>
                  </a:lnTo>
                  <a:lnTo>
                    <a:pt x="9137523" y="8509"/>
                  </a:lnTo>
                  <a:lnTo>
                    <a:pt x="9137523" y="17018"/>
                  </a:lnTo>
                  <a:lnTo>
                    <a:pt x="8509" y="17018"/>
                  </a:lnTo>
                  <a:close/>
                </a:path>
              </a:pathLst>
            </a:custGeom>
            <a:solidFill>
              <a:srgbClr val="000000"/>
            </a:solidFill>
            <a:ln w="12700">
              <a:solidFill>
                <a:srgbClr val="000000"/>
              </a:solidFill>
            </a:ln>
          </p:spPr>
        </p:sp>
      </p:grpSp>
      <p:sp>
        <p:nvSpPr>
          <p:cNvPr id="11" name="Freeform 11"/>
          <p:cNvSpPr/>
          <p:nvPr/>
        </p:nvSpPr>
        <p:spPr>
          <a:xfrm>
            <a:off x="0" y="0"/>
            <a:ext cx="8962168" cy="10976993"/>
          </a:xfrm>
          <a:custGeom>
            <a:avLst/>
            <a:gdLst/>
            <a:ahLst/>
            <a:cxnLst/>
            <a:rect l="l" t="t" r="r" b="b"/>
            <a:pathLst>
              <a:path w="8962168" h="10976993">
                <a:moveTo>
                  <a:pt x="0" y="0"/>
                </a:moveTo>
                <a:lnTo>
                  <a:pt x="8962168" y="0"/>
                </a:lnTo>
                <a:lnTo>
                  <a:pt x="8962168" y="10976993"/>
                </a:lnTo>
                <a:lnTo>
                  <a:pt x="0" y="10976993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t="-2086" b="-2086"/>
            </a:stretch>
          </a:blipFill>
        </p:spPr>
      </p:sp>
      <p:sp>
        <p:nvSpPr>
          <p:cNvPr id="12" name="TextBox 12"/>
          <p:cNvSpPr txBox="1"/>
          <p:nvPr/>
        </p:nvSpPr>
        <p:spPr>
          <a:xfrm>
            <a:off x="11351479" y="7701978"/>
            <a:ext cx="5064071" cy="67424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5401"/>
              </a:lnSpc>
            </a:pPr>
            <a:r>
              <a:rPr lang="en-US" sz="3800" spc="428" dirty="0">
                <a:solidFill>
                  <a:srgbClr val="404040"/>
                </a:solidFill>
                <a:latin typeface="Yeseva One"/>
                <a:ea typeface="Yeseva One"/>
                <a:cs typeface="Yeseva One"/>
                <a:sym typeface="Yeseva One"/>
              </a:rPr>
              <a:t>Mateo 2, 2-12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10669391" y="9074258"/>
            <a:ext cx="6713906" cy="62644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5151"/>
              </a:lnSpc>
            </a:pPr>
            <a:r>
              <a:rPr lang="en-US" sz="3528" spc="409" dirty="0">
                <a:solidFill>
                  <a:srgbClr val="FFFFFF"/>
                </a:solidFill>
                <a:latin typeface="Yeseva One"/>
                <a:ea typeface="Yeseva One"/>
                <a:cs typeface="Yeseva One"/>
                <a:sym typeface="Yeseva One"/>
              </a:rPr>
              <a:t>January 04, 2026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9472574" y="1678432"/>
            <a:ext cx="8487242" cy="224586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9196"/>
              </a:lnSpc>
            </a:pPr>
            <a:r>
              <a:rPr lang="en-US" sz="5400" spc="717" dirty="0" err="1">
                <a:solidFill>
                  <a:srgbClr val="404040"/>
                </a:solidFill>
                <a:latin typeface="Yeseva One"/>
                <a:ea typeface="Yeseva One"/>
                <a:cs typeface="Yeseva One"/>
                <a:sym typeface="Yeseva One"/>
              </a:rPr>
              <a:t>Dakilang</a:t>
            </a:r>
            <a:r>
              <a:rPr lang="en-US" sz="5400" spc="717" dirty="0">
                <a:solidFill>
                  <a:srgbClr val="404040"/>
                </a:solidFill>
                <a:latin typeface="Yeseva One"/>
                <a:ea typeface="Yeseva One"/>
                <a:cs typeface="Yeseva One"/>
                <a:sym typeface="Yeseva One"/>
              </a:rPr>
              <a:t> </a:t>
            </a:r>
            <a:r>
              <a:rPr lang="en-US" sz="5400" spc="717" dirty="0" err="1">
                <a:solidFill>
                  <a:srgbClr val="404040"/>
                </a:solidFill>
                <a:latin typeface="Yeseva One"/>
                <a:ea typeface="Yeseva One"/>
                <a:cs typeface="Yeseva One"/>
                <a:sym typeface="Yeseva One"/>
              </a:rPr>
              <a:t>Kapistahan</a:t>
            </a:r>
            <a:r>
              <a:rPr lang="en-US" sz="5400" spc="717" dirty="0">
                <a:solidFill>
                  <a:srgbClr val="404040"/>
                </a:solidFill>
                <a:latin typeface="Yeseva One"/>
                <a:ea typeface="Yeseva One"/>
                <a:cs typeface="Yeseva One"/>
                <a:sym typeface="Yeseva One"/>
              </a:rPr>
              <a:t> ng 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9158748" y="4020781"/>
            <a:ext cx="8920763" cy="356111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9519"/>
              </a:lnSpc>
            </a:pPr>
            <a:r>
              <a:rPr lang="en-US" sz="6800" spc="808" dirty="0">
                <a:solidFill>
                  <a:srgbClr val="404040"/>
                </a:solidFill>
                <a:latin typeface="Bevan"/>
                <a:ea typeface="Bevan"/>
                <a:cs typeface="Bevan"/>
                <a:sym typeface="Bevan"/>
              </a:rPr>
              <a:t>PAGPAPAKITA NG PANGINOON</a:t>
            </a:r>
          </a:p>
        </p:txBody>
      </p:sp>
    </p:spTree>
    <p:extLst>
      <p:ext uri="{BB962C8B-B14F-4D97-AF65-F5344CB8AC3E}">
        <p14:creationId xmlns:p14="http://schemas.microsoft.com/office/powerpoint/2010/main" val="3015093920"/>
      </p:ext>
    </p:extLst>
  </p:cSld>
  <p:clrMapOvr>
    <a:masterClrMapping/>
  </p:clrMapOvr>
</p:sld>
</file>

<file path=ppt/slides/slide10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C13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727138" y="2743200"/>
            <a:ext cx="16833685" cy="694835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4035"/>
              </a:lnSpc>
            </a:pPr>
            <a:r>
              <a:rPr lang="en-US" sz="10024" spc="501">
                <a:solidFill>
                  <a:srgbClr val="404040"/>
                </a:solidFill>
                <a:latin typeface="Fredoka"/>
                <a:ea typeface="Fredoka"/>
                <a:cs typeface="Fredoka"/>
                <a:sym typeface="Fredoka"/>
              </a:rPr>
              <a:t>KORDERO NG DIYOS NA </a:t>
            </a:r>
          </a:p>
          <a:p>
            <a:pPr algn="ctr">
              <a:lnSpc>
                <a:spcPts val="19849"/>
              </a:lnSpc>
            </a:pPr>
            <a:r>
              <a:rPr lang="en-US" sz="10024" spc="501">
                <a:solidFill>
                  <a:srgbClr val="404040"/>
                </a:solidFill>
                <a:latin typeface="Fredoka"/>
                <a:ea typeface="Fredoka"/>
                <a:cs typeface="Fredoka"/>
                <a:sym typeface="Fredoka"/>
              </a:rPr>
              <a:t>NAG AALIS NG MGA KASALANAN SA MUNDO,</a:t>
            </a:r>
          </a:p>
        </p:txBody>
      </p:sp>
      <p:sp>
        <p:nvSpPr>
          <p:cNvPr id="3" name="TextBox 3"/>
          <p:cNvSpPr txBox="1"/>
          <p:nvPr/>
        </p:nvSpPr>
        <p:spPr>
          <a:xfrm>
            <a:off x="-589474" y="668388"/>
            <a:ext cx="6948830" cy="88963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5040"/>
              </a:lnSpc>
            </a:pPr>
            <a:r>
              <a:rPr lang="en-US" sz="3600">
                <a:solidFill>
                  <a:srgbClr val="404040"/>
                </a:solidFill>
                <a:latin typeface="Yeseva One"/>
                <a:ea typeface="Yeseva One"/>
                <a:cs typeface="Yeseva One"/>
                <a:sym typeface="Yeseva One"/>
              </a:rPr>
              <a:t>Kordero ng Diyos </a:t>
            </a:r>
          </a:p>
        </p:txBody>
      </p:sp>
      <p:grpSp>
        <p:nvGrpSpPr>
          <p:cNvPr id="4" name="Group 4"/>
          <p:cNvGrpSpPr/>
          <p:nvPr/>
        </p:nvGrpSpPr>
        <p:grpSpPr>
          <a:xfrm>
            <a:off x="8153476" y="440817"/>
            <a:ext cx="1981009" cy="1981009"/>
            <a:chOff x="0" y="0"/>
            <a:chExt cx="2641346" cy="2641346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2641346" cy="2641346"/>
            </a:xfrm>
            <a:custGeom>
              <a:avLst/>
              <a:gdLst/>
              <a:ahLst/>
              <a:cxnLst/>
              <a:rect l="l" t="t" r="r" b="b"/>
              <a:pathLst>
                <a:path w="2641346" h="2641346">
                  <a:moveTo>
                    <a:pt x="0" y="0"/>
                  </a:moveTo>
                  <a:lnTo>
                    <a:pt x="2641346" y="0"/>
                  </a:lnTo>
                  <a:lnTo>
                    <a:pt x="2641346" y="2641346"/>
                  </a:lnTo>
                  <a:lnTo>
                    <a:pt x="0" y="264134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/>
              </a:stretch>
            </a:blipFill>
          </p:spPr>
        </p:sp>
      </p:grpSp>
    </p:spTree>
  </p:cSld>
  <p:clrMapOvr>
    <a:masterClrMapping/>
  </p:clrMapOvr>
</p:sld>
</file>

<file path=ppt/slides/slide10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C13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1465174" y="1823590"/>
            <a:ext cx="15357605" cy="736744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8555"/>
              </a:lnSpc>
            </a:pPr>
            <a:r>
              <a:rPr lang="en-US" sz="10029" spc="498">
                <a:solidFill>
                  <a:srgbClr val="404040"/>
                </a:solidFill>
                <a:latin typeface="Fredoka"/>
                <a:ea typeface="Fredoka"/>
                <a:cs typeface="Fredoka"/>
                <a:sym typeface="Fredoka"/>
              </a:rPr>
              <a:t>MAAWA KA SA AMIN,</a:t>
            </a:r>
          </a:p>
          <a:p>
            <a:pPr algn="ctr">
              <a:lnSpc>
                <a:spcPts val="18052"/>
              </a:lnSpc>
            </a:pPr>
            <a:r>
              <a:rPr lang="en-US" sz="10029" spc="498">
                <a:solidFill>
                  <a:srgbClr val="404040"/>
                </a:solidFill>
                <a:latin typeface="Fredoka"/>
                <a:ea typeface="Fredoka"/>
                <a:cs typeface="Fredoka"/>
                <a:sym typeface="Fredoka"/>
              </a:rPr>
              <a:t> KORDERO NG DIYOS MAAWA KA</a:t>
            </a:r>
          </a:p>
        </p:txBody>
      </p:sp>
      <p:grpSp>
        <p:nvGrpSpPr>
          <p:cNvPr id="3" name="Group 3"/>
          <p:cNvGrpSpPr/>
          <p:nvPr/>
        </p:nvGrpSpPr>
        <p:grpSpPr>
          <a:xfrm>
            <a:off x="8153476" y="440817"/>
            <a:ext cx="1981009" cy="1981009"/>
            <a:chOff x="0" y="0"/>
            <a:chExt cx="2641346" cy="2641346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2641346" cy="2641346"/>
            </a:xfrm>
            <a:custGeom>
              <a:avLst/>
              <a:gdLst/>
              <a:ahLst/>
              <a:cxnLst/>
              <a:rect l="l" t="t" r="r" b="b"/>
              <a:pathLst>
                <a:path w="2641346" h="2641346">
                  <a:moveTo>
                    <a:pt x="0" y="0"/>
                  </a:moveTo>
                  <a:lnTo>
                    <a:pt x="2641346" y="0"/>
                  </a:lnTo>
                  <a:lnTo>
                    <a:pt x="2641346" y="2641346"/>
                  </a:lnTo>
                  <a:lnTo>
                    <a:pt x="0" y="264134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/>
              </a:stretch>
            </a:blipFill>
          </p:spPr>
        </p:sp>
      </p:grpSp>
    </p:spTree>
  </p:cSld>
  <p:clrMapOvr>
    <a:masterClrMapping/>
  </p:clrMapOvr>
</p:sld>
</file>

<file path=ppt/slides/slide10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C13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727158" y="2351037"/>
            <a:ext cx="16833685" cy="694835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4035"/>
              </a:lnSpc>
            </a:pPr>
            <a:r>
              <a:rPr lang="en-US" sz="10024" spc="501">
                <a:solidFill>
                  <a:srgbClr val="404040"/>
                </a:solidFill>
                <a:latin typeface="Fredoka"/>
                <a:ea typeface="Fredoka"/>
                <a:cs typeface="Fredoka"/>
                <a:sym typeface="Fredoka"/>
              </a:rPr>
              <a:t>KORDERO NG DIYOS NA </a:t>
            </a:r>
          </a:p>
          <a:p>
            <a:pPr algn="ctr">
              <a:lnSpc>
                <a:spcPts val="19849"/>
              </a:lnSpc>
            </a:pPr>
            <a:r>
              <a:rPr lang="en-US" sz="10024" spc="501">
                <a:solidFill>
                  <a:srgbClr val="404040"/>
                </a:solidFill>
                <a:latin typeface="Fredoka"/>
                <a:ea typeface="Fredoka"/>
                <a:cs typeface="Fredoka"/>
                <a:sym typeface="Fredoka"/>
              </a:rPr>
              <a:t>NAG AALIS NG MGA KASALANAN SA MUNDO,</a:t>
            </a:r>
          </a:p>
        </p:txBody>
      </p:sp>
      <p:grpSp>
        <p:nvGrpSpPr>
          <p:cNvPr id="3" name="Group 3"/>
          <p:cNvGrpSpPr/>
          <p:nvPr/>
        </p:nvGrpSpPr>
        <p:grpSpPr>
          <a:xfrm>
            <a:off x="8153476" y="440817"/>
            <a:ext cx="1981009" cy="1981009"/>
            <a:chOff x="0" y="0"/>
            <a:chExt cx="2641346" cy="2641346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2641346" cy="2641346"/>
            </a:xfrm>
            <a:custGeom>
              <a:avLst/>
              <a:gdLst/>
              <a:ahLst/>
              <a:cxnLst/>
              <a:rect l="l" t="t" r="r" b="b"/>
              <a:pathLst>
                <a:path w="2641346" h="2641346">
                  <a:moveTo>
                    <a:pt x="0" y="0"/>
                  </a:moveTo>
                  <a:lnTo>
                    <a:pt x="2641346" y="0"/>
                  </a:lnTo>
                  <a:lnTo>
                    <a:pt x="2641346" y="2641346"/>
                  </a:lnTo>
                  <a:lnTo>
                    <a:pt x="0" y="264134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/>
              </a:stretch>
            </a:blipFill>
          </p:spPr>
        </p:sp>
      </p:grpSp>
    </p:spTree>
  </p:cSld>
  <p:clrMapOvr>
    <a:masterClrMapping/>
  </p:clrMapOvr>
</p:sld>
</file>

<file path=ppt/slides/slide10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C13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1465174" y="1883512"/>
            <a:ext cx="15357605" cy="722024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8044"/>
              </a:lnSpc>
            </a:pPr>
            <a:r>
              <a:rPr lang="en-US" sz="10024" spc="501">
                <a:solidFill>
                  <a:srgbClr val="404040"/>
                </a:solidFill>
                <a:latin typeface="Fredoka"/>
                <a:ea typeface="Fredoka"/>
                <a:cs typeface="Fredoka"/>
                <a:sym typeface="Fredoka"/>
              </a:rPr>
              <a:t>MAAWA KA SA AMIN,</a:t>
            </a:r>
          </a:p>
          <a:p>
            <a:pPr algn="ctr">
              <a:lnSpc>
                <a:spcPts val="18044"/>
              </a:lnSpc>
            </a:pPr>
            <a:r>
              <a:rPr lang="en-US" sz="10024" spc="501">
                <a:solidFill>
                  <a:srgbClr val="404040"/>
                </a:solidFill>
                <a:latin typeface="Fredoka"/>
                <a:ea typeface="Fredoka"/>
                <a:cs typeface="Fredoka"/>
                <a:sym typeface="Fredoka"/>
              </a:rPr>
              <a:t> KORDERO NG DIYOS MAAWA KA</a:t>
            </a:r>
          </a:p>
        </p:txBody>
      </p:sp>
      <p:grpSp>
        <p:nvGrpSpPr>
          <p:cNvPr id="3" name="Group 3"/>
          <p:cNvGrpSpPr/>
          <p:nvPr/>
        </p:nvGrpSpPr>
        <p:grpSpPr>
          <a:xfrm>
            <a:off x="8153476" y="440817"/>
            <a:ext cx="1981009" cy="1981009"/>
            <a:chOff x="0" y="0"/>
            <a:chExt cx="2641346" cy="2641346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2641346" cy="2641346"/>
            </a:xfrm>
            <a:custGeom>
              <a:avLst/>
              <a:gdLst/>
              <a:ahLst/>
              <a:cxnLst/>
              <a:rect l="l" t="t" r="r" b="b"/>
              <a:pathLst>
                <a:path w="2641346" h="2641346">
                  <a:moveTo>
                    <a:pt x="0" y="0"/>
                  </a:moveTo>
                  <a:lnTo>
                    <a:pt x="2641346" y="0"/>
                  </a:lnTo>
                  <a:lnTo>
                    <a:pt x="2641346" y="2641346"/>
                  </a:lnTo>
                  <a:lnTo>
                    <a:pt x="0" y="264134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/>
              </a:stretch>
            </a:blipFill>
          </p:spPr>
        </p:sp>
      </p:grpSp>
    </p:spTree>
  </p:cSld>
  <p:clrMapOvr>
    <a:masterClrMapping/>
  </p:clrMapOvr>
</p:sld>
</file>

<file path=ppt/slides/slide10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C13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727158" y="2395061"/>
            <a:ext cx="16833685" cy="694835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4035"/>
              </a:lnSpc>
            </a:pPr>
            <a:r>
              <a:rPr lang="en-US" sz="10024" spc="501">
                <a:solidFill>
                  <a:srgbClr val="404040"/>
                </a:solidFill>
                <a:latin typeface="Fredoka"/>
                <a:ea typeface="Fredoka"/>
                <a:cs typeface="Fredoka"/>
                <a:sym typeface="Fredoka"/>
              </a:rPr>
              <a:t>KORDERO NG DIYOS NA </a:t>
            </a:r>
          </a:p>
          <a:p>
            <a:pPr algn="ctr">
              <a:lnSpc>
                <a:spcPts val="19849"/>
              </a:lnSpc>
            </a:pPr>
            <a:r>
              <a:rPr lang="en-US" sz="10024" spc="501">
                <a:solidFill>
                  <a:srgbClr val="404040"/>
                </a:solidFill>
                <a:latin typeface="Fredoka"/>
                <a:ea typeface="Fredoka"/>
                <a:cs typeface="Fredoka"/>
                <a:sym typeface="Fredoka"/>
              </a:rPr>
              <a:t>NAG AALIS NG MGA KASALANAN SA MUNDO,</a:t>
            </a:r>
          </a:p>
        </p:txBody>
      </p:sp>
      <p:grpSp>
        <p:nvGrpSpPr>
          <p:cNvPr id="3" name="Group 3"/>
          <p:cNvGrpSpPr/>
          <p:nvPr/>
        </p:nvGrpSpPr>
        <p:grpSpPr>
          <a:xfrm>
            <a:off x="8153476" y="440817"/>
            <a:ext cx="1981009" cy="1981009"/>
            <a:chOff x="0" y="0"/>
            <a:chExt cx="2641346" cy="2641346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2641346" cy="2641346"/>
            </a:xfrm>
            <a:custGeom>
              <a:avLst/>
              <a:gdLst/>
              <a:ahLst/>
              <a:cxnLst/>
              <a:rect l="l" t="t" r="r" b="b"/>
              <a:pathLst>
                <a:path w="2641346" h="2641346">
                  <a:moveTo>
                    <a:pt x="0" y="0"/>
                  </a:moveTo>
                  <a:lnTo>
                    <a:pt x="2641346" y="0"/>
                  </a:lnTo>
                  <a:lnTo>
                    <a:pt x="2641346" y="2641346"/>
                  </a:lnTo>
                  <a:lnTo>
                    <a:pt x="0" y="264134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/>
              </a:stretch>
            </a:blipFill>
          </p:spPr>
        </p:sp>
      </p:grpSp>
    </p:spTree>
  </p:cSld>
  <p:clrMapOvr>
    <a:masterClrMapping/>
  </p:clrMapOvr>
</p:sld>
</file>

<file path=ppt/slides/slide1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C13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902475" y="2886075"/>
            <a:ext cx="16483012" cy="64103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4999"/>
              </a:lnSpc>
            </a:pPr>
            <a:r>
              <a:rPr lang="en-US" sz="9999" spc="497">
                <a:solidFill>
                  <a:srgbClr val="404040"/>
                </a:solidFill>
                <a:latin typeface="Fredoka"/>
                <a:ea typeface="Fredoka"/>
                <a:cs typeface="Fredoka"/>
                <a:sym typeface="Fredoka"/>
              </a:rPr>
              <a:t> IPAGKALOOB MO </a:t>
            </a:r>
          </a:p>
          <a:p>
            <a:pPr algn="ctr">
              <a:lnSpc>
                <a:spcPts val="14999"/>
              </a:lnSpc>
            </a:pPr>
            <a:r>
              <a:rPr lang="en-US" sz="9999" spc="497">
                <a:solidFill>
                  <a:srgbClr val="404040"/>
                </a:solidFill>
                <a:latin typeface="Fredoka"/>
                <a:ea typeface="Fredoka"/>
                <a:cs typeface="Fredoka"/>
                <a:sym typeface="Fredoka"/>
              </a:rPr>
              <a:t>SA AMIN </a:t>
            </a:r>
          </a:p>
          <a:p>
            <a:pPr algn="ctr">
              <a:lnSpc>
                <a:spcPts val="14999"/>
              </a:lnSpc>
            </a:pPr>
            <a:r>
              <a:rPr lang="en-US" sz="9999" spc="497">
                <a:solidFill>
                  <a:srgbClr val="404040"/>
                </a:solidFill>
                <a:latin typeface="Fredoka"/>
                <a:ea typeface="Fredoka"/>
                <a:cs typeface="Fredoka"/>
                <a:sym typeface="Fredoka"/>
              </a:rPr>
              <a:t>ANG KAPAYAPAAN.</a:t>
            </a:r>
          </a:p>
        </p:txBody>
      </p:sp>
      <p:grpSp>
        <p:nvGrpSpPr>
          <p:cNvPr id="3" name="Group 3"/>
          <p:cNvGrpSpPr/>
          <p:nvPr/>
        </p:nvGrpSpPr>
        <p:grpSpPr>
          <a:xfrm>
            <a:off x="8153476" y="440817"/>
            <a:ext cx="1981009" cy="1981009"/>
            <a:chOff x="0" y="0"/>
            <a:chExt cx="2641346" cy="2641346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2641346" cy="2641346"/>
            </a:xfrm>
            <a:custGeom>
              <a:avLst/>
              <a:gdLst/>
              <a:ahLst/>
              <a:cxnLst/>
              <a:rect l="l" t="t" r="r" b="b"/>
              <a:pathLst>
                <a:path w="2641346" h="2641346">
                  <a:moveTo>
                    <a:pt x="0" y="0"/>
                  </a:moveTo>
                  <a:lnTo>
                    <a:pt x="2641346" y="0"/>
                  </a:lnTo>
                  <a:lnTo>
                    <a:pt x="2641346" y="2641346"/>
                  </a:lnTo>
                  <a:lnTo>
                    <a:pt x="0" y="264134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/>
              </a:stretch>
            </a:blipFill>
          </p:spPr>
        </p:sp>
      </p:grpSp>
    </p:spTree>
  </p:cSld>
  <p:clrMapOvr>
    <a:masterClrMapping/>
  </p:clrMapOvr>
</p:sld>
</file>

<file path=ppt/slides/slide1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C13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13008597" y="319192"/>
            <a:ext cx="1749809" cy="1559185"/>
            <a:chOff x="0" y="0"/>
            <a:chExt cx="2333079" cy="2078914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2333117" cy="2078863"/>
            </a:xfrm>
            <a:custGeom>
              <a:avLst/>
              <a:gdLst/>
              <a:ahLst/>
              <a:cxnLst/>
              <a:rect l="l" t="t" r="r" b="b"/>
              <a:pathLst>
                <a:path w="2333117" h="2078863">
                  <a:moveTo>
                    <a:pt x="0" y="0"/>
                  </a:moveTo>
                  <a:lnTo>
                    <a:pt x="2333117" y="0"/>
                  </a:lnTo>
                  <a:lnTo>
                    <a:pt x="2333117" y="2078863"/>
                  </a:lnTo>
                  <a:lnTo>
                    <a:pt x="0" y="207886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t="-6112" r="1" b="-6115"/>
              </a:stretch>
            </a:blipFill>
          </p:spPr>
        </p:sp>
      </p:grpSp>
      <p:grpSp>
        <p:nvGrpSpPr>
          <p:cNvPr id="4" name="Group 4"/>
          <p:cNvGrpSpPr/>
          <p:nvPr/>
        </p:nvGrpSpPr>
        <p:grpSpPr>
          <a:xfrm>
            <a:off x="16535400" y="8039100"/>
            <a:ext cx="2239232" cy="57150"/>
            <a:chOff x="0" y="0"/>
            <a:chExt cx="2985643" cy="76200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2985643" cy="76200"/>
            </a:xfrm>
            <a:custGeom>
              <a:avLst/>
              <a:gdLst/>
              <a:ahLst/>
              <a:cxnLst/>
              <a:rect l="l" t="t" r="r" b="b"/>
              <a:pathLst>
                <a:path w="2985643" h="76200">
                  <a:moveTo>
                    <a:pt x="0" y="25400"/>
                  </a:moveTo>
                  <a:lnTo>
                    <a:pt x="2985262" y="0"/>
                  </a:lnTo>
                  <a:lnTo>
                    <a:pt x="2985643" y="50800"/>
                  </a:lnTo>
                  <a:lnTo>
                    <a:pt x="508" y="76200"/>
                  </a:lnTo>
                  <a:close/>
                </a:path>
              </a:pathLst>
            </a:custGeom>
            <a:solidFill>
              <a:srgbClr val="FFFFFF"/>
            </a:solidFill>
            <a:ln w="12700">
              <a:solidFill>
                <a:srgbClr val="000000"/>
              </a:solidFill>
            </a:ln>
          </p:spPr>
        </p:sp>
      </p:grpSp>
      <p:grpSp>
        <p:nvGrpSpPr>
          <p:cNvPr id="6" name="Group 6"/>
          <p:cNvGrpSpPr/>
          <p:nvPr/>
        </p:nvGrpSpPr>
        <p:grpSpPr>
          <a:xfrm>
            <a:off x="8962168" y="8069990"/>
            <a:ext cx="2239232" cy="57150"/>
            <a:chOff x="0" y="0"/>
            <a:chExt cx="2985643" cy="76200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2985643" cy="76200"/>
            </a:xfrm>
            <a:custGeom>
              <a:avLst/>
              <a:gdLst/>
              <a:ahLst/>
              <a:cxnLst/>
              <a:rect l="l" t="t" r="r" b="b"/>
              <a:pathLst>
                <a:path w="2985643" h="76200">
                  <a:moveTo>
                    <a:pt x="0" y="25400"/>
                  </a:moveTo>
                  <a:lnTo>
                    <a:pt x="2985262" y="0"/>
                  </a:lnTo>
                  <a:lnTo>
                    <a:pt x="2985643" y="50800"/>
                  </a:lnTo>
                  <a:lnTo>
                    <a:pt x="508" y="76200"/>
                  </a:lnTo>
                  <a:close/>
                </a:path>
              </a:pathLst>
            </a:custGeom>
            <a:solidFill>
              <a:srgbClr val="FFFFFF"/>
            </a:solidFill>
            <a:ln w="12700">
              <a:solidFill>
                <a:srgbClr val="000000"/>
              </a:solidFill>
            </a:ln>
          </p:spPr>
        </p:sp>
      </p:grpSp>
      <p:grpSp>
        <p:nvGrpSpPr>
          <p:cNvPr id="8" name="Group 8"/>
          <p:cNvGrpSpPr/>
          <p:nvPr/>
        </p:nvGrpSpPr>
        <p:grpSpPr>
          <a:xfrm>
            <a:off x="10596582" y="8978570"/>
            <a:ext cx="6856286" cy="814578"/>
            <a:chOff x="0" y="0"/>
            <a:chExt cx="9141714" cy="1086104"/>
          </a:xfrm>
        </p:grpSpPr>
        <p:sp>
          <p:nvSpPr>
            <p:cNvPr id="9" name="Freeform 9"/>
            <p:cNvSpPr/>
            <p:nvPr/>
          </p:nvSpPr>
          <p:spPr>
            <a:xfrm>
              <a:off x="8509" y="8509"/>
              <a:ext cx="9129014" cy="1073404"/>
            </a:xfrm>
            <a:custGeom>
              <a:avLst/>
              <a:gdLst/>
              <a:ahLst/>
              <a:cxnLst/>
              <a:rect l="l" t="t" r="r" b="b"/>
              <a:pathLst>
                <a:path w="9129014" h="1073404">
                  <a:moveTo>
                    <a:pt x="0" y="0"/>
                  </a:moveTo>
                  <a:lnTo>
                    <a:pt x="9129014" y="0"/>
                  </a:lnTo>
                  <a:lnTo>
                    <a:pt x="9129014" y="1073404"/>
                  </a:lnTo>
                  <a:lnTo>
                    <a:pt x="0" y="1073404"/>
                  </a:lnTo>
                  <a:close/>
                </a:path>
              </a:pathLst>
            </a:custGeom>
            <a:solidFill>
              <a:srgbClr val="352C2F"/>
            </a:solidFill>
            <a:ln w="12700">
              <a:solidFill>
                <a:srgbClr val="000000"/>
              </a:solidFill>
            </a:ln>
          </p:spPr>
        </p:sp>
        <p:sp>
          <p:nvSpPr>
            <p:cNvPr id="10" name="Freeform 10"/>
            <p:cNvSpPr/>
            <p:nvPr/>
          </p:nvSpPr>
          <p:spPr>
            <a:xfrm>
              <a:off x="0" y="0"/>
              <a:ext cx="9146032" cy="1090422"/>
            </a:xfrm>
            <a:custGeom>
              <a:avLst/>
              <a:gdLst/>
              <a:ahLst/>
              <a:cxnLst/>
              <a:rect l="l" t="t" r="r" b="b"/>
              <a:pathLst>
                <a:path w="9146032" h="1090422">
                  <a:moveTo>
                    <a:pt x="8509" y="0"/>
                  </a:moveTo>
                  <a:lnTo>
                    <a:pt x="9137523" y="0"/>
                  </a:lnTo>
                  <a:cubicBezTo>
                    <a:pt x="9142222" y="0"/>
                    <a:pt x="9146032" y="3810"/>
                    <a:pt x="9146032" y="8509"/>
                  </a:cubicBezTo>
                  <a:lnTo>
                    <a:pt x="9146032" y="1081913"/>
                  </a:lnTo>
                  <a:cubicBezTo>
                    <a:pt x="9146032" y="1086612"/>
                    <a:pt x="9142222" y="1090422"/>
                    <a:pt x="9137523" y="1090422"/>
                  </a:cubicBezTo>
                  <a:lnTo>
                    <a:pt x="8509" y="1090422"/>
                  </a:lnTo>
                  <a:cubicBezTo>
                    <a:pt x="3810" y="1090422"/>
                    <a:pt x="0" y="1086612"/>
                    <a:pt x="0" y="1081913"/>
                  </a:cubicBezTo>
                  <a:lnTo>
                    <a:pt x="0" y="8509"/>
                  </a:lnTo>
                  <a:cubicBezTo>
                    <a:pt x="0" y="3810"/>
                    <a:pt x="3810" y="0"/>
                    <a:pt x="8509" y="0"/>
                  </a:cubicBezTo>
                  <a:moveTo>
                    <a:pt x="8509" y="16891"/>
                  </a:moveTo>
                  <a:lnTo>
                    <a:pt x="8509" y="8509"/>
                  </a:lnTo>
                  <a:lnTo>
                    <a:pt x="17018" y="8509"/>
                  </a:lnTo>
                  <a:lnTo>
                    <a:pt x="17018" y="1081913"/>
                  </a:lnTo>
                  <a:lnTo>
                    <a:pt x="8509" y="1081913"/>
                  </a:lnTo>
                  <a:lnTo>
                    <a:pt x="8509" y="1073404"/>
                  </a:lnTo>
                  <a:lnTo>
                    <a:pt x="9137523" y="1073404"/>
                  </a:lnTo>
                  <a:lnTo>
                    <a:pt x="9137523" y="1081913"/>
                  </a:lnTo>
                  <a:lnTo>
                    <a:pt x="9129014" y="1081913"/>
                  </a:lnTo>
                  <a:lnTo>
                    <a:pt x="9129014" y="8509"/>
                  </a:lnTo>
                  <a:lnTo>
                    <a:pt x="9137523" y="8509"/>
                  </a:lnTo>
                  <a:lnTo>
                    <a:pt x="9137523" y="17018"/>
                  </a:lnTo>
                  <a:lnTo>
                    <a:pt x="8509" y="17018"/>
                  </a:lnTo>
                  <a:close/>
                </a:path>
              </a:pathLst>
            </a:custGeom>
            <a:solidFill>
              <a:srgbClr val="000000"/>
            </a:solidFill>
            <a:ln w="12700">
              <a:solidFill>
                <a:srgbClr val="000000"/>
              </a:solidFill>
            </a:ln>
          </p:spPr>
        </p:sp>
      </p:grpSp>
      <p:sp>
        <p:nvSpPr>
          <p:cNvPr id="11" name="Freeform 11"/>
          <p:cNvSpPr/>
          <p:nvPr/>
        </p:nvSpPr>
        <p:spPr>
          <a:xfrm>
            <a:off x="0" y="0"/>
            <a:ext cx="8962168" cy="10976993"/>
          </a:xfrm>
          <a:custGeom>
            <a:avLst/>
            <a:gdLst/>
            <a:ahLst/>
            <a:cxnLst/>
            <a:rect l="l" t="t" r="r" b="b"/>
            <a:pathLst>
              <a:path w="8962168" h="10976993">
                <a:moveTo>
                  <a:pt x="0" y="0"/>
                </a:moveTo>
                <a:lnTo>
                  <a:pt x="8962168" y="0"/>
                </a:lnTo>
                <a:lnTo>
                  <a:pt x="8962168" y="10976993"/>
                </a:lnTo>
                <a:lnTo>
                  <a:pt x="0" y="10976993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t="-2086" b="-2086"/>
            </a:stretch>
          </a:blipFill>
        </p:spPr>
      </p:sp>
      <p:sp>
        <p:nvSpPr>
          <p:cNvPr id="12" name="TextBox 12"/>
          <p:cNvSpPr txBox="1"/>
          <p:nvPr/>
        </p:nvSpPr>
        <p:spPr>
          <a:xfrm>
            <a:off x="11351479" y="7701978"/>
            <a:ext cx="5064071" cy="67424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5401"/>
              </a:lnSpc>
            </a:pPr>
            <a:r>
              <a:rPr lang="en-US" sz="3800" spc="428" dirty="0">
                <a:solidFill>
                  <a:srgbClr val="404040"/>
                </a:solidFill>
                <a:latin typeface="Yeseva One"/>
                <a:ea typeface="Yeseva One"/>
                <a:cs typeface="Yeseva One"/>
                <a:sym typeface="Yeseva One"/>
              </a:rPr>
              <a:t>Mateo 2, 2-12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10669391" y="9074258"/>
            <a:ext cx="6713906" cy="62644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5151"/>
              </a:lnSpc>
            </a:pPr>
            <a:r>
              <a:rPr lang="en-US" sz="3528" spc="409" dirty="0">
                <a:solidFill>
                  <a:srgbClr val="FFFFFF"/>
                </a:solidFill>
                <a:latin typeface="Yeseva One"/>
                <a:ea typeface="Yeseva One"/>
                <a:cs typeface="Yeseva One"/>
                <a:sym typeface="Yeseva One"/>
              </a:rPr>
              <a:t>January 04, 2026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9472574" y="1678432"/>
            <a:ext cx="8487242" cy="224586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9196"/>
              </a:lnSpc>
            </a:pPr>
            <a:r>
              <a:rPr lang="en-US" sz="5400" spc="717" dirty="0" err="1">
                <a:solidFill>
                  <a:srgbClr val="404040"/>
                </a:solidFill>
                <a:latin typeface="Yeseva One"/>
                <a:ea typeface="Yeseva One"/>
                <a:cs typeface="Yeseva One"/>
                <a:sym typeface="Yeseva One"/>
              </a:rPr>
              <a:t>Dakilang</a:t>
            </a:r>
            <a:r>
              <a:rPr lang="en-US" sz="5400" spc="717" dirty="0">
                <a:solidFill>
                  <a:srgbClr val="404040"/>
                </a:solidFill>
                <a:latin typeface="Yeseva One"/>
                <a:ea typeface="Yeseva One"/>
                <a:cs typeface="Yeseva One"/>
                <a:sym typeface="Yeseva One"/>
              </a:rPr>
              <a:t> </a:t>
            </a:r>
            <a:r>
              <a:rPr lang="en-US" sz="5400" spc="717" dirty="0" err="1">
                <a:solidFill>
                  <a:srgbClr val="404040"/>
                </a:solidFill>
                <a:latin typeface="Yeseva One"/>
                <a:ea typeface="Yeseva One"/>
                <a:cs typeface="Yeseva One"/>
                <a:sym typeface="Yeseva One"/>
              </a:rPr>
              <a:t>Kapistahan</a:t>
            </a:r>
            <a:r>
              <a:rPr lang="en-US" sz="5400" spc="717" dirty="0">
                <a:solidFill>
                  <a:srgbClr val="404040"/>
                </a:solidFill>
                <a:latin typeface="Yeseva One"/>
                <a:ea typeface="Yeseva One"/>
                <a:cs typeface="Yeseva One"/>
                <a:sym typeface="Yeseva One"/>
              </a:rPr>
              <a:t> ng 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9158748" y="4020781"/>
            <a:ext cx="8920763" cy="356111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9519"/>
              </a:lnSpc>
            </a:pPr>
            <a:r>
              <a:rPr lang="en-US" sz="6800" spc="808" dirty="0">
                <a:solidFill>
                  <a:srgbClr val="404040"/>
                </a:solidFill>
                <a:latin typeface="Bevan"/>
                <a:ea typeface="Bevan"/>
                <a:cs typeface="Bevan"/>
                <a:sym typeface="Bevan"/>
              </a:rPr>
              <a:t>PAGPAPAKITA NG PANGINOON</a:t>
            </a:r>
          </a:p>
        </p:txBody>
      </p:sp>
    </p:spTree>
    <p:extLst>
      <p:ext uri="{BB962C8B-B14F-4D97-AF65-F5344CB8AC3E}">
        <p14:creationId xmlns:p14="http://schemas.microsoft.com/office/powerpoint/2010/main" val="2204983537"/>
      </p:ext>
    </p:extLst>
  </p:cSld>
  <p:clrMapOvr>
    <a:masterClrMapping/>
  </p:clrMapOvr>
</p:sld>
</file>

<file path=ppt/slides/slide1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C13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622830" y="1823190"/>
            <a:ext cx="17042282" cy="80168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7499"/>
              </a:lnSpc>
            </a:pPr>
            <a:r>
              <a:rPr lang="en-US" sz="9999" spc="497">
                <a:solidFill>
                  <a:srgbClr val="404040"/>
                </a:solidFill>
                <a:latin typeface="Fredoka"/>
                <a:ea typeface="Fredoka"/>
                <a:cs typeface="Fredoka"/>
                <a:sym typeface="Fredoka"/>
              </a:rPr>
              <a:t>PANGINOON HINDI AKO KARAPAT DAPAT NA MAGPATULOY SA IYO,</a:t>
            </a:r>
          </a:p>
        </p:txBody>
      </p:sp>
      <p:grpSp>
        <p:nvGrpSpPr>
          <p:cNvPr id="3" name="Group 3"/>
          <p:cNvGrpSpPr/>
          <p:nvPr/>
        </p:nvGrpSpPr>
        <p:grpSpPr>
          <a:xfrm>
            <a:off x="8153476" y="440817"/>
            <a:ext cx="1981009" cy="1981009"/>
            <a:chOff x="0" y="0"/>
            <a:chExt cx="2641346" cy="2641346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2641346" cy="2641346"/>
            </a:xfrm>
            <a:custGeom>
              <a:avLst/>
              <a:gdLst/>
              <a:ahLst/>
              <a:cxnLst/>
              <a:rect l="l" t="t" r="r" b="b"/>
              <a:pathLst>
                <a:path w="2641346" h="2641346">
                  <a:moveTo>
                    <a:pt x="0" y="0"/>
                  </a:moveTo>
                  <a:lnTo>
                    <a:pt x="2641346" y="0"/>
                  </a:lnTo>
                  <a:lnTo>
                    <a:pt x="2641346" y="2641346"/>
                  </a:lnTo>
                  <a:lnTo>
                    <a:pt x="0" y="264134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/>
              </a:stretch>
            </a:blipFill>
          </p:spPr>
        </p:sp>
      </p:grpSp>
    </p:spTree>
  </p:cSld>
  <p:clrMapOvr>
    <a:masterClrMapping/>
  </p:clrMapOvr>
</p:sld>
</file>

<file path=ppt/slides/slide1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C13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622830" y="2114550"/>
            <a:ext cx="17042282" cy="80168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7499"/>
              </a:lnSpc>
            </a:pPr>
            <a:r>
              <a:rPr lang="en-US" sz="9999" spc="497">
                <a:solidFill>
                  <a:srgbClr val="404040"/>
                </a:solidFill>
                <a:latin typeface="Fredoka"/>
                <a:ea typeface="Fredoka"/>
                <a:cs typeface="Fredoka"/>
                <a:sym typeface="Fredoka"/>
              </a:rPr>
              <a:t>NGUNIT SA ISANG SALITA MO LAMANG AY GAGALING NA AKO</a:t>
            </a:r>
          </a:p>
        </p:txBody>
      </p:sp>
      <p:grpSp>
        <p:nvGrpSpPr>
          <p:cNvPr id="3" name="Group 3"/>
          <p:cNvGrpSpPr/>
          <p:nvPr/>
        </p:nvGrpSpPr>
        <p:grpSpPr>
          <a:xfrm>
            <a:off x="8153476" y="440817"/>
            <a:ext cx="1981009" cy="1981009"/>
            <a:chOff x="0" y="0"/>
            <a:chExt cx="2641346" cy="2641346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2641346" cy="2641346"/>
            </a:xfrm>
            <a:custGeom>
              <a:avLst/>
              <a:gdLst/>
              <a:ahLst/>
              <a:cxnLst/>
              <a:rect l="l" t="t" r="r" b="b"/>
              <a:pathLst>
                <a:path w="2641346" h="2641346">
                  <a:moveTo>
                    <a:pt x="0" y="0"/>
                  </a:moveTo>
                  <a:lnTo>
                    <a:pt x="2641346" y="0"/>
                  </a:lnTo>
                  <a:lnTo>
                    <a:pt x="2641346" y="2641346"/>
                  </a:lnTo>
                  <a:lnTo>
                    <a:pt x="0" y="264134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/>
              </a:stretch>
            </a:blipFill>
          </p:spPr>
        </p:sp>
      </p:grpSp>
    </p:spTree>
  </p:cSld>
  <p:clrMapOvr>
    <a:masterClrMapping/>
  </p:clrMapOvr>
</p:sld>
</file>

<file path=ppt/slides/slide1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C13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13008597" y="319192"/>
            <a:ext cx="1749809" cy="1559185"/>
            <a:chOff x="0" y="0"/>
            <a:chExt cx="2333079" cy="2078914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2333117" cy="2078863"/>
            </a:xfrm>
            <a:custGeom>
              <a:avLst/>
              <a:gdLst/>
              <a:ahLst/>
              <a:cxnLst/>
              <a:rect l="l" t="t" r="r" b="b"/>
              <a:pathLst>
                <a:path w="2333117" h="2078863">
                  <a:moveTo>
                    <a:pt x="0" y="0"/>
                  </a:moveTo>
                  <a:lnTo>
                    <a:pt x="2333117" y="0"/>
                  </a:lnTo>
                  <a:lnTo>
                    <a:pt x="2333117" y="2078863"/>
                  </a:lnTo>
                  <a:lnTo>
                    <a:pt x="0" y="207886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t="-6112" r="1" b="-6115"/>
              </a:stretch>
            </a:blipFill>
          </p:spPr>
        </p:sp>
      </p:grpSp>
      <p:grpSp>
        <p:nvGrpSpPr>
          <p:cNvPr id="4" name="Group 4"/>
          <p:cNvGrpSpPr/>
          <p:nvPr/>
        </p:nvGrpSpPr>
        <p:grpSpPr>
          <a:xfrm>
            <a:off x="16535400" y="8039100"/>
            <a:ext cx="2239232" cy="57150"/>
            <a:chOff x="0" y="0"/>
            <a:chExt cx="2985643" cy="76200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2985643" cy="76200"/>
            </a:xfrm>
            <a:custGeom>
              <a:avLst/>
              <a:gdLst/>
              <a:ahLst/>
              <a:cxnLst/>
              <a:rect l="l" t="t" r="r" b="b"/>
              <a:pathLst>
                <a:path w="2985643" h="76200">
                  <a:moveTo>
                    <a:pt x="0" y="25400"/>
                  </a:moveTo>
                  <a:lnTo>
                    <a:pt x="2985262" y="0"/>
                  </a:lnTo>
                  <a:lnTo>
                    <a:pt x="2985643" y="50800"/>
                  </a:lnTo>
                  <a:lnTo>
                    <a:pt x="508" y="76200"/>
                  </a:lnTo>
                  <a:close/>
                </a:path>
              </a:pathLst>
            </a:custGeom>
            <a:solidFill>
              <a:srgbClr val="FFFFFF"/>
            </a:solidFill>
            <a:ln w="12700">
              <a:solidFill>
                <a:srgbClr val="000000"/>
              </a:solidFill>
            </a:ln>
          </p:spPr>
        </p:sp>
      </p:grpSp>
      <p:grpSp>
        <p:nvGrpSpPr>
          <p:cNvPr id="6" name="Group 6"/>
          <p:cNvGrpSpPr/>
          <p:nvPr/>
        </p:nvGrpSpPr>
        <p:grpSpPr>
          <a:xfrm>
            <a:off x="8962168" y="8069990"/>
            <a:ext cx="2239232" cy="57150"/>
            <a:chOff x="0" y="0"/>
            <a:chExt cx="2985643" cy="76200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2985643" cy="76200"/>
            </a:xfrm>
            <a:custGeom>
              <a:avLst/>
              <a:gdLst/>
              <a:ahLst/>
              <a:cxnLst/>
              <a:rect l="l" t="t" r="r" b="b"/>
              <a:pathLst>
                <a:path w="2985643" h="76200">
                  <a:moveTo>
                    <a:pt x="0" y="25400"/>
                  </a:moveTo>
                  <a:lnTo>
                    <a:pt x="2985262" y="0"/>
                  </a:lnTo>
                  <a:lnTo>
                    <a:pt x="2985643" y="50800"/>
                  </a:lnTo>
                  <a:lnTo>
                    <a:pt x="508" y="76200"/>
                  </a:lnTo>
                  <a:close/>
                </a:path>
              </a:pathLst>
            </a:custGeom>
            <a:solidFill>
              <a:srgbClr val="FFFFFF"/>
            </a:solidFill>
            <a:ln w="12700">
              <a:solidFill>
                <a:srgbClr val="000000"/>
              </a:solidFill>
            </a:ln>
          </p:spPr>
        </p:sp>
      </p:grpSp>
      <p:grpSp>
        <p:nvGrpSpPr>
          <p:cNvPr id="8" name="Group 8"/>
          <p:cNvGrpSpPr/>
          <p:nvPr/>
        </p:nvGrpSpPr>
        <p:grpSpPr>
          <a:xfrm>
            <a:off x="10596582" y="8978570"/>
            <a:ext cx="6856286" cy="814578"/>
            <a:chOff x="0" y="0"/>
            <a:chExt cx="9141714" cy="1086104"/>
          </a:xfrm>
        </p:grpSpPr>
        <p:sp>
          <p:nvSpPr>
            <p:cNvPr id="9" name="Freeform 9"/>
            <p:cNvSpPr/>
            <p:nvPr/>
          </p:nvSpPr>
          <p:spPr>
            <a:xfrm>
              <a:off x="8509" y="8509"/>
              <a:ext cx="9129014" cy="1073404"/>
            </a:xfrm>
            <a:custGeom>
              <a:avLst/>
              <a:gdLst/>
              <a:ahLst/>
              <a:cxnLst/>
              <a:rect l="l" t="t" r="r" b="b"/>
              <a:pathLst>
                <a:path w="9129014" h="1073404">
                  <a:moveTo>
                    <a:pt x="0" y="0"/>
                  </a:moveTo>
                  <a:lnTo>
                    <a:pt x="9129014" y="0"/>
                  </a:lnTo>
                  <a:lnTo>
                    <a:pt x="9129014" y="1073404"/>
                  </a:lnTo>
                  <a:lnTo>
                    <a:pt x="0" y="1073404"/>
                  </a:lnTo>
                  <a:close/>
                </a:path>
              </a:pathLst>
            </a:custGeom>
            <a:solidFill>
              <a:srgbClr val="352C2F"/>
            </a:solidFill>
            <a:ln w="12700">
              <a:solidFill>
                <a:srgbClr val="000000"/>
              </a:solidFill>
            </a:ln>
          </p:spPr>
        </p:sp>
        <p:sp>
          <p:nvSpPr>
            <p:cNvPr id="10" name="Freeform 10"/>
            <p:cNvSpPr/>
            <p:nvPr/>
          </p:nvSpPr>
          <p:spPr>
            <a:xfrm>
              <a:off x="0" y="0"/>
              <a:ext cx="9146032" cy="1090422"/>
            </a:xfrm>
            <a:custGeom>
              <a:avLst/>
              <a:gdLst/>
              <a:ahLst/>
              <a:cxnLst/>
              <a:rect l="l" t="t" r="r" b="b"/>
              <a:pathLst>
                <a:path w="9146032" h="1090422">
                  <a:moveTo>
                    <a:pt x="8509" y="0"/>
                  </a:moveTo>
                  <a:lnTo>
                    <a:pt x="9137523" y="0"/>
                  </a:lnTo>
                  <a:cubicBezTo>
                    <a:pt x="9142222" y="0"/>
                    <a:pt x="9146032" y="3810"/>
                    <a:pt x="9146032" y="8509"/>
                  </a:cubicBezTo>
                  <a:lnTo>
                    <a:pt x="9146032" y="1081913"/>
                  </a:lnTo>
                  <a:cubicBezTo>
                    <a:pt x="9146032" y="1086612"/>
                    <a:pt x="9142222" y="1090422"/>
                    <a:pt x="9137523" y="1090422"/>
                  </a:cubicBezTo>
                  <a:lnTo>
                    <a:pt x="8509" y="1090422"/>
                  </a:lnTo>
                  <a:cubicBezTo>
                    <a:pt x="3810" y="1090422"/>
                    <a:pt x="0" y="1086612"/>
                    <a:pt x="0" y="1081913"/>
                  </a:cubicBezTo>
                  <a:lnTo>
                    <a:pt x="0" y="8509"/>
                  </a:lnTo>
                  <a:cubicBezTo>
                    <a:pt x="0" y="3810"/>
                    <a:pt x="3810" y="0"/>
                    <a:pt x="8509" y="0"/>
                  </a:cubicBezTo>
                  <a:moveTo>
                    <a:pt x="8509" y="16891"/>
                  </a:moveTo>
                  <a:lnTo>
                    <a:pt x="8509" y="8509"/>
                  </a:lnTo>
                  <a:lnTo>
                    <a:pt x="17018" y="8509"/>
                  </a:lnTo>
                  <a:lnTo>
                    <a:pt x="17018" y="1081913"/>
                  </a:lnTo>
                  <a:lnTo>
                    <a:pt x="8509" y="1081913"/>
                  </a:lnTo>
                  <a:lnTo>
                    <a:pt x="8509" y="1073404"/>
                  </a:lnTo>
                  <a:lnTo>
                    <a:pt x="9137523" y="1073404"/>
                  </a:lnTo>
                  <a:lnTo>
                    <a:pt x="9137523" y="1081913"/>
                  </a:lnTo>
                  <a:lnTo>
                    <a:pt x="9129014" y="1081913"/>
                  </a:lnTo>
                  <a:lnTo>
                    <a:pt x="9129014" y="8509"/>
                  </a:lnTo>
                  <a:lnTo>
                    <a:pt x="9137523" y="8509"/>
                  </a:lnTo>
                  <a:lnTo>
                    <a:pt x="9137523" y="17018"/>
                  </a:lnTo>
                  <a:lnTo>
                    <a:pt x="8509" y="17018"/>
                  </a:lnTo>
                  <a:close/>
                </a:path>
              </a:pathLst>
            </a:custGeom>
            <a:solidFill>
              <a:srgbClr val="000000"/>
            </a:solidFill>
            <a:ln w="12700">
              <a:solidFill>
                <a:srgbClr val="000000"/>
              </a:solidFill>
            </a:ln>
          </p:spPr>
        </p:sp>
      </p:grpSp>
      <p:sp>
        <p:nvSpPr>
          <p:cNvPr id="11" name="Freeform 11"/>
          <p:cNvSpPr/>
          <p:nvPr/>
        </p:nvSpPr>
        <p:spPr>
          <a:xfrm>
            <a:off x="0" y="0"/>
            <a:ext cx="8962168" cy="10976993"/>
          </a:xfrm>
          <a:custGeom>
            <a:avLst/>
            <a:gdLst/>
            <a:ahLst/>
            <a:cxnLst/>
            <a:rect l="l" t="t" r="r" b="b"/>
            <a:pathLst>
              <a:path w="8962168" h="10976993">
                <a:moveTo>
                  <a:pt x="0" y="0"/>
                </a:moveTo>
                <a:lnTo>
                  <a:pt x="8962168" y="0"/>
                </a:lnTo>
                <a:lnTo>
                  <a:pt x="8962168" y="10976993"/>
                </a:lnTo>
                <a:lnTo>
                  <a:pt x="0" y="10976993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t="-2086" b="-2086"/>
            </a:stretch>
          </a:blipFill>
        </p:spPr>
      </p:sp>
      <p:sp>
        <p:nvSpPr>
          <p:cNvPr id="12" name="TextBox 12"/>
          <p:cNvSpPr txBox="1"/>
          <p:nvPr/>
        </p:nvSpPr>
        <p:spPr>
          <a:xfrm>
            <a:off x="11351479" y="7701978"/>
            <a:ext cx="5064071" cy="67424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5401"/>
              </a:lnSpc>
            </a:pPr>
            <a:r>
              <a:rPr lang="en-US" sz="3800" spc="428" dirty="0">
                <a:solidFill>
                  <a:srgbClr val="404040"/>
                </a:solidFill>
                <a:latin typeface="Yeseva One"/>
                <a:ea typeface="Yeseva One"/>
                <a:cs typeface="Yeseva One"/>
                <a:sym typeface="Yeseva One"/>
              </a:rPr>
              <a:t>Mateo 2, 2-12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10669391" y="9074258"/>
            <a:ext cx="6713906" cy="62644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5151"/>
              </a:lnSpc>
            </a:pPr>
            <a:r>
              <a:rPr lang="en-US" sz="3528" spc="409" dirty="0">
                <a:solidFill>
                  <a:srgbClr val="FFFFFF"/>
                </a:solidFill>
                <a:latin typeface="Yeseva One"/>
                <a:ea typeface="Yeseva One"/>
                <a:cs typeface="Yeseva One"/>
                <a:sym typeface="Yeseva One"/>
              </a:rPr>
              <a:t>January 04, 2026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9472574" y="1678432"/>
            <a:ext cx="8487242" cy="224586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9196"/>
              </a:lnSpc>
            </a:pPr>
            <a:r>
              <a:rPr lang="en-US" sz="5400" spc="717" dirty="0" err="1">
                <a:solidFill>
                  <a:srgbClr val="404040"/>
                </a:solidFill>
                <a:latin typeface="Yeseva One"/>
                <a:ea typeface="Yeseva One"/>
                <a:cs typeface="Yeseva One"/>
                <a:sym typeface="Yeseva One"/>
              </a:rPr>
              <a:t>Dakilang</a:t>
            </a:r>
            <a:r>
              <a:rPr lang="en-US" sz="5400" spc="717" dirty="0">
                <a:solidFill>
                  <a:srgbClr val="404040"/>
                </a:solidFill>
                <a:latin typeface="Yeseva One"/>
                <a:ea typeface="Yeseva One"/>
                <a:cs typeface="Yeseva One"/>
                <a:sym typeface="Yeseva One"/>
              </a:rPr>
              <a:t> </a:t>
            </a:r>
            <a:r>
              <a:rPr lang="en-US" sz="5400" spc="717" dirty="0" err="1">
                <a:solidFill>
                  <a:srgbClr val="404040"/>
                </a:solidFill>
                <a:latin typeface="Yeseva One"/>
                <a:ea typeface="Yeseva One"/>
                <a:cs typeface="Yeseva One"/>
                <a:sym typeface="Yeseva One"/>
              </a:rPr>
              <a:t>Kapistahan</a:t>
            </a:r>
            <a:r>
              <a:rPr lang="en-US" sz="5400" spc="717" dirty="0">
                <a:solidFill>
                  <a:srgbClr val="404040"/>
                </a:solidFill>
                <a:latin typeface="Yeseva One"/>
                <a:ea typeface="Yeseva One"/>
                <a:cs typeface="Yeseva One"/>
                <a:sym typeface="Yeseva One"/>
              </a:rPr>
              <a:t> ng 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9158748" y="4020781"/>
            <a:ext cx="8920763" cy="356111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9519"/>
              </a:lnSpc>
            </a:pPr>
            <a:r>
              <a:rPr lang="en-US" sz="6800" spc="808" dirty="0">
                <a:solidFill>
                  <a:srgbClr val="404040"/>
                </a:solidFill>
                <a:latin typeface="Bevan"/>
                <a:ea typeface="Bevan"/>
                <a:cs typeface="Bevan"/>
                <a:sym typeface="Bevan"/>
              </a:rPr>
              <a:t>PAGPAPAKITA NG PANGINOON</a:t>
            </a:r>
          </a:p>
        </p:txBody>
      </p:sp>
    </p:spTree>
    <p:extLst>
      <p:ext uri="{BB962C8B-B14F-4D97-AF65-F5344CB8AC3E}">
        <p14:creationId xmlns:p14="http://schemas.microsoft.com/office/powerpoint/2010/main" val="690787075"/>
      </p:ext>
    </p:extLst>
  </p:cSld>
  <p:clrMapOvr>
    <a:masterClrMapping/>
  </p:clrMapOvr>
</p:sld>
</file>

<file path=ppt/slides/slide1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C13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283864" y="2132171"/>
            <a:ext cx="17720281" cy="759434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4014"/>
              </a:lnSpc>
            </a:pPr>
            <a:r>
              <a:rPr lang="en-US" sz="10010" spc="497">
                <a:solidFill>
                  <a:srgbClr val="404040"/>
                </a:solidFill>
                <a:latin typeface="Fredoka"/>
                <a:ea typeface="Fredoka"/>
                <a:cs typeface="Fredoka"/>
                <a:sym typeface="Fredoka"/>
              </a:rPr>
              <a:t>PAG IBIG ANG SIYANG PUMUKAW, </a:t>
            </a:r>
          </a:p>
          <a:p>
            <a:pPr algn="ctr">
              <a:lnSpc>
                <a:spcPts val="14014"/>
              </a:lnSpc>
            </a:pPr>
            <a:r>
              <a:rPr lang="en-US" sz="10010" spc="497">
                <a:solidFill>
                  <a:srgbClr val="404040"/>
                </a:solidFill>
                <a:latin typeface="Fredoka"/>
                <a:ea typeface="Fredoka"/>
                <a:cs typeface="Fredoka"/>
                <a:sym typeface="Fredoka"/>
              </a:rPr>
              <a:t>SA ATING PUSO AT KALULUWA,</a:t>
            </a:r>
          </a:p>
        </p:txBody>
      </p:sp>
      <p:grpSp>
        <p:nvGrpSpPr>
          <p:cNvPr id="3" name="Group 3"/>
          <p:cNvGrpSpPr/>
          <p:nvPr/>
        </p:nvGrpSpPr>
        <p:grpSpPr>
          <a:xfrm>
            <a:off x="8153476" y="440817"/>
            <a:ext cx="1981009" cy="1981009"/>
            <a:chOff x="0" y="0"/>
            <a:chExt cx="2641346" cy="2641346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2641346" cy="2641346"/>
            </a:xfrm>
            <a:custGeom>
              <a:avLst/>
              <a:gdLst/>
              <a:ahLst/>
              <a:cxnLst/>
              <a:rect l="l" t="t" r="r" b="b"/>
              <a:pathLst>
                <a:path w="2641346" h="2641346">
                  <a:moveTo>
                    <a:pt x="0" y="0"/>
                  </a:moveTo>
                  <a:lnTo>
                    <a:pt x="2641346" y="0"/>
                  </a:lnTo>
                  <a:lnTo>
                    <a:pt x="2641346" y="2641346"/>
                  </a:lnTo>
                  <a:lnTo>
                    <a:pt x="0" y="264134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/>
              </a:stretch>
            </a:blipFill>
          </p:spPr>
        </p:sp>
      </p:grpSp>
    </p:spTree>
  </p:cSld>
  <p:clrMapOvr>
    <a:masterClrMapping/>
  </p:clrMapOvr>
</p:sld>
</file>

<file path=ppt/slides/slide1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C13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1438275" y="2235337"/>
            <a:ext cx="17259300" cy="645452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5414"/>
              </a:lnSpc>
            </a:pPr>
            <a:r>
              <a:rPr lang="en-US" sz="11010" spc="550">
                <a:solidFill>
                  <a:srgbClr val="404040"/>
                </a:solidFill>
                <a:latin typeface="Fredoka"/>
                <a:ea typeface="Fredoka"/>
                <a:cs typeface="Fredoka"/>
                <a:sym typeface="Fredoka"/>
              </a:rPr>
              <a:t>AT SIYANG NAGDULOT SA ATING BUHAY, </a:t>
            </a:r>
          </a:p>
        </p:txBody>
      </p:sp>
      <p:grpSp>
        <p:nvGrpSpPr>
          <p:cNvPr id="3" name="Group 3"/>
          <p:cNvGrpSpPr/>
          <p:nvPr/>
        </p:nvGrpSpPr>
        <p:grpSpPr>
          <a:xfrm>
            <a:off x="8153476" y="440817"/>
            <a:ext cx="1981009" cy="1981009"/>
            <a:chOff x="0" y="0"/>
            <a:chExt cx="2641346" cy="2641346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2641346" cy="2641346"/>
            </a:xfrm>
            <a:custGeom>
              <a:avLst/>
              <a:gdLst/>
              <a:ahLst/>
              <a:cxnLst/>
              <a:rect l="l" t="t" r="r" b="b"/>
              <a:pathLst>
                <a:path w="2641346" h="2641346">
                  <a:moveTo>
                    <a:pt x="0" y="0"/>
                  </a:moveTo>
                  <a:lnTo>
                    <a:pt x="2641346" y="0"/>
                  </a:lnTo>
                  <a:lnTo>
                    <a:pt x="2641346" y="2641346"/>
                  </a:lnTo>
                  <a:lnTo>
                    <a:pt x="0" y="264134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/>
              </a:stretch>
            </a:blipFill>
          </p:spPr>
        </p:sp>
      </p:grpSp>
    </p:spTree>
  </p:cSld>
  <p:clrMapOvr>
    <a:masterClrMapping/>
  </p:clrMapOvr>
</p:sld>
</file>

<file path=ppt/slides/slide1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C13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0" y="2454402"/>
            <a:ext cx="18288000" cy="450189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5414"/>
              </a:lnSpc>
            </a:pPr>
            <a:r>
              <a:rPr lang="en-US" sz="11010" spc="550">
                <a:solidFill>
                  <a:srgbClr val="404040"/>
                </a:solidFill>
                <a:latin typeface="Fredoka"/>
                <a:ea typeface="Fredoka"/>
                <a:cs typeface="Fredoka"/>
                <a:sym typeface="Fredoka"/>
              </a:rPr>
              <a:t>NG GINTONG ARAL AT PAG ASA.</a:t>
            </a:r>
          </a:p>
        </p:txBody>
      </p:sp>
      <p:grpSp>
        <p:nvGrpSpPr>
          <p:cNvPr id="3" name="Group 3"/>
          <p:cNvGrpSpPr/>
          <p:nvPr/>
        </p:nvGrpSpPr>
        <p:grpSpPr>
          <a:xfrm>
            <a:off x="8153476" y="440817"/>
            <a:ext cx="1981009" cy="1981009"/>
            <a:chOff x="0" y="0"/>
            <a:chExt cx="2641346" cy="2641346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2641346" cy="2641346"/>
            </a:xfrm>
            <a:custGeom>
              <a:avLst/>
              <a:gdLst/>
              <a:ahLst/>
              <a:cxnLst/>
              <a:rect l="l" t="t" r="r" b="b"/>
              <a:pathLst>
                <a:path w="2641346" h="2641346">
                  <a:moveTo>
                    <a:pt x="0" y="0"/>
                  </a:moveTo>
                  <a:lnTo>
                    <a:pt x="2641346" y="0"/>
                  </a:lnTo>
                  <a:lnTo>
                    <a:pt x="2641346" y="2641346"/>
                  </a:lnTo>
                  <a:lnTo>
                    <a:pt x="0" y="264134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/>
              </a:stretch>
            </a:blipFill>
          </p:spPr>
        </p:sp>
      </p:grpSp>
    </p:spTree>
  </p:cSld>
  <p:clrMapOvr>
    <a:masterClrMapping/>
  </p:clrMapOvr>
</p:sld>
</file>

<file path=ppt/slides/slide1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C13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0" y="2454402"/>
            <a:ext cx="18288000" cy="450189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5414"/>
              </a:lnSpc>
            </a:pPr>
            <a:r>
              <a:rPr lang="en-US" sz="11010" spc="550">
                <a:solidFill>
                  <a:srgbClr val="404040"/>
                </a:solidFill>
                <a:latin typeface="Fredoka"/>
                <a:ea typeface="Fredoka"/>
                <a:cs typeface="Fredoka"/>
                <a:sym typeface="Fredoka"/>
              </a:rPr>
              <a:t>PAG IBIG ANG SIYANG BUKLOD NATIN, </a:t>
            </a:r>
          </a:p>
        </p:txBody>
      </p:sp>
      <p:grpSp>
        <p:nvGrpSpPr>
          <p:cNvPr id="3" name="Group 3"/>
          <p:cNvGrpSpPr/>
          <p:nvPr/>
        </p:nvGrpSpPr>
        <p:grpSpPr>
          <a:xfrm>
            <a:off x="8153476" y="440817"/>
            <a:ext cx="1981009" cy="1981009"/>
            <a:chOff x="0" y="0"/>
            <a:chExt cx="2641346" cy="2641346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2641346" cy="2641346"/>
            </a:xfrm>
            <a:custGeom>
              <a:avLst/>
              <a:gdLst/>
              <a:ahLst/>
              <a:cxnLst/>
              <a:rect l="l" t="t" r="r" b="b"/>
              <a:pathLst>
                <a:path w="2641346" h="2641346">
                  <a:moveTo>
                    <a:pt x="0" y="0"/>
                  </a:moveTo>
                  <a:lnTo>
                    <a:pt x="2641346" y="0"/>
                  </a:lnTo>
                  <a:lnTo>
                    <a:pt x="2641346" y="2641346"/>
                  </a:lnTo>
                  <a:lnTo>
                    <a:pt x="0" y="264134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/>
              </a:stretch>
            </a:blipFill>
          </p:spPr>
        </p:sp>
      </p:grpSp>
    </p:spTree>
  </p:cSld>
  <p:clrMapOvr>
    <a:masterClrMapping/>
  </p:clrMapOvr>
</p:sld>
</file>

<file path=ppt/slides/slide1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C13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0" y="2454402"/>
            <a:ext cx="18288000" cy="450189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5414"/>
              </a:lnSpc>
            </a:pPr>
            <a:r>
              <a:rPr lang="en-US" sz="11010" spc="550">
                <a:solidFill>
                  <a:srgbClr val="404040"/>
                </a:solidFill>
                <a:latin typeface="Fredoka"/>
                <a:ea typeface="Fredoka"/>
                <a:cs typeface="Fredoka"/>
                <a:sym typeface="Fredoka"/>
              </a:rPr>
              <a:t>DI MAPAPAWI KAILAN </a:t>
            </a:r>
          </a:p>
          <a:p>
            <a:pPr algn="ctr">
              <a:lnSpc>
                <a:spcPts val="15414"/>
              </a:lnSpc>
            </a:pPr>
            <a:r>
              <a:rPr lang="en-US" sz="11010" spc="550">
                <a:solidFill>
                  <a:srgbClr val="404040"/>
                </a:solidFill>
                <a:latin typeface="Fredoka"/>
                <a:ea typeface="Fredoka"/>
                <a:cs typeface="Fredoka"/>
                <a:sym typeface="Fredoka"/>
              </a:rPr>
              <a:t>PA MAN,</a:t>
            </a:r>
          </a:p>
        </p:txBody>
      </p:sp>
      <p:grpSp>
        <p:nvGrpSpPr>
          <p:cNvPr id="3" name="Group 3"/>
          <p:cNvGrpSpPr/>
          <p:nvPr/>
        </p:nvGrpSpPr>
        <p:grpSpPr>
          <a:xfrm>
            <a:off x="8153476" y="440817"/>
            <a:ext cx="1981009" cy="1981009"/>
            <a:chOff x="0" y="0"/>
            <a:chExt cx="2641346" cy="2641346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2641346" cy="2641346"/>
            </a:xfrm>
            <a:custGeom>
              <a:avLst/>
              <a:gdLst/>
              <a:ahLst/>
              <a:cxnLst/>
              <a:rect l="l" t="t" r="r" b="b"/>
              <a:pathLst>
                <a:path w="2641346" h="2641346">
                  <a:moveTo>
                    <a:pt x="0" y="0"/>
                  </a:moveTo>
                  <a:lnTo>
                    <a:pt x="2641346" y="0"/>
                  </a:lnTo>
                  <a:lnTo>
                    <a:pt x="2641346" y="2641346"/>
                  </a:lnTo>
                  <a:lnTo>
                    <a:pt x="0" y="264134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/>
              </a:stretch>
            </a:blipFill>
          </p:spPr>
        </p:sp>
      </p:grpSp>
    </p:spTree>
  </p:cSld>
  <p:clrMapOvr>
    <a:masterClrMapping/>
  </p:clrMapOvr>
</p:sld>
</file>

<file path=ppt/slides/slide1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C13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900236" y="2454402"/>
            <a:ext cx="16487518" cy="450189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5414"/>
              </a:lnSpc>
            </a:pPr>
            <a:r>
              <a:rPr lang="en-US" sz="11010">
                <a:solidFill>
                  <a:srgbClr val="404040"/>
                </a:solidFill>
                <a:latin typeface="Fredoka"/>
                <a:ea typeface="Fredoka"/>
                <a:cs typeface="Fredoka"/>
                <a:sym typeface="Fredoka"/>
              </a:rPr>
              <a:t>SA PUSO’T DIWA TAYO’Y ISA LAMANG, </a:t>
            </a:r>
          </a:p>
        </p:txBody>
      </p:sp>
      <p:grpSp>
        <p:nvGrpSpPr>
          <p:cNvPr id="3" name="Group 3"/>
          <p:cNvGrpSpPr/>
          <p:nvPr/>
        </p:nvGrpSpPr>
        <p:grpSpPr>
          <a:xfrm>
            <a:off x="8153476" y="440817"/>
            <a:ext cx="1981009" cy="1981009"/>
            <a:chOff x="0" y="0"/>
            <a:chExt cx="2641346" cy="2641346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2641346" cy="2641346"/>
            </a:xfrm>
            <a:custGeom>
              <a:avLst/>
              <a:gdLst/>
              <a:ahLst/>
              <a:cxnLst/>
              <a:rect l="l" t="t" r="r" b="b"/>
              <a:pathLst>
                <a:path w="2641346" h="2641346">
                  <a:moveTo>
                    <a:pt x="0" y="0"/>
                  </a:moveTo>
                  <a:lnTo>
                    <a:pt x="2641346" y="0"/>
                  </a:lnTo>
                  <a:lnTo>
                    <a:pt x="2641346" y="2641346"/>
                  </a:lnTo>
                  <a:lnTo>
                    <a:pt x="0" y="264134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/>
              </a:stretch>
            </a:blipFill>
          </p:spPr>
        </p:sp>
      </p:grpSp>
    </p:spTree>
  </p:cSld>
  <p:clrMapOvr>
    <a:masterClrMapping/>
  </p:clrMapOvr>
</p:sld>
</file>

<file path=ppt/slides/slide1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C13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900236" y="2344874"/>
            <a:ext cx="16487518" cy="450189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5414"/>
              </a:lnSpc>
            </a:pPr>
            <a:r>
              <a:rPr lang="en-US" sz="11010">
                <a:solidFill>
                  <a:srgbClr val="404040"/>
                </a:solidFill>
                <a:latin typeface="Fredoka"/>
                <a:ea typeface="Fredoka"/>
                <a:cs typeface="Fredoka"/>
                <a:sym typeface="Fredoka"/>
              </a:rPr>
              <a:t>KAHIT NA TAYO’Y MAGKAWALAY.</a:t>
            </a:r>
          </a:p>
        </p:txBody>
      </p:sp>
      <p:grpSp>
        <p:nvGrpSpPr>
          <p:cNvPr id="3" name="Group 3"/>
          <p:cNvGrpSpPr/>
          <p:nvPr/>
        </p:nvGrpSpPr>
        <p:grpSpPr>
          <a:xfrm>
            <a:off x="8153476" y="440817"/>
            <a:ext cx="1981009" cy="1981009"/>
            <a:chOff x="0" y="0"/>
            <a:chExt cx="2641346" cy="2641346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2641346" cy="2641346"/>
            </a:xfrm>
            <a:custGeom>
              <a:avLst/>
              <a:gdLst/>
              <a:ahLst/>
              <a:cxnLst/>
              <a:rect l="l" t="t" r="r" b="b"/>
              <a:pathLst>
                <a:path w="2641346" h="2641346">
                  <a:moveTo>
                    <a:pt x="0" y="0"/>
                  </a:moveTo>
                  <a:lnTo>
                    <a:pt x="2641346" y="0"/>
                  </a:lnTo>
                  <a:lnTo>
                    <a:pt x="2641346" y="2641346"/>
                  </a:lnTo>
                  <a:lnTo>
                    <a:pt x="0" y="264134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/>
              </a:stretch>
            </a:blipFill>
          </p:spPr>
        </p:sp>
      </p:grpSp>
    </p:spTree>
  </p:cSld>
  <p:clrMapOvr>
    <a:masterClrMapping/>
  </p:clrMapOvr>
</p:sld>
</file>

<file path=ppt/slides/slide1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C13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340633" y="1848793"/>
            <a:ext cx="17606734" cy="645452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5414"/>
              </a:lnSpc>
            </a:pPr>
            <a:r>
              <a:rPr lang="en-US" sz="11010" spc="550">
                <a:solidFill>
                  <a:srgbClr val="404040"/>
                </a:solidFill>
                <a:latin typeface="Fredoka"/>
                <a:ea typeface="Fredoka"/>
                <a:cs typeface="Fredoka"/>
                <a:sym typeface="Fredoka"/>
              </a:rPr>
              <a:t>PAGKA’T ANG DIYOS NATIN, DIYOS NG </a:t>
            </a:r>
          </a:p>
          <a:p>
            <a:pPr algn="ctr">
              <a:lnSpc>
                <a:spcPts val="15414"/>
              </a:lnSpc>
            </a:pPr>
            <a:r>
              <a:rPr lang="en-US" sz="11010" spc="550">
                <a:solidFill>
                  <a:srgbClr val="404040"/>
                </a:solidFill>
                <a:latin typeface="Fredoka"/>
                <a:ea typeface="Fredoka"/>
                <a:cs typeface="Fredoka"/>
                <a:sym typeface="Fredoka"/>
              </a:rPr>
              <a:t>PAG IBIG, </a:t>
            </a:r>
          </a:p>
        </p:txBody>
      </p:sp>
      <p:grpSp>
        <p:nvGrpSpPr>
          <p:cNvPr id="3" name="Group 3"/>
          <p:cNvGrpSpPr/>
          <p:nvPr/>
        </p:nvGrpSpPr>
        <p:grpSpPr>
          <a:xfrm>
            <a:off x="8153476" y="440817"/>
            <a:ext cx="1981009" cy="1981009"/>
            <a:chOff x="0" y="0"/>
            <a:chExt cx="2641346" cy="2641346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2641346" cy="2641346"/>
            </a:xfrm>
            <a:custGeom>
              <a:avLst/>
              <a:gdLst/>
              <a:ahLst/>
              <a:cxnLst/>
              <a:rect l="l" t="t" r="r" b="b"/>
              <a:pathLst>
                <a:path w="2641346" h="2641346">
                  <a:moveTo>
                    <a:pt x="0" y="0"/>
                  </a:moveTo>
                  <a:lnTo>
                    <a:pt x="2641346" y="0"/>
                  </a:lnTo>
                  <a:lnTo>
                    <a:pt x="2641346" y="2641346"/>
                  </a:lnTo>
                  <a:lnTo>
                    <a:pt x="0" y="264134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/>
              </a:stretch>
            </a:blipFill>
          </p:spPr>
        </p:sp>
      </p:grpSp>
    </p:spTree>
  </p:cSld>
  <p:clrMapOvr>
    <a:masterClrMapping/>
  </p:clrMapOvr>
</p:sld>
</file>

<file path=ppt/slides/slide1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C13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272510" y="2454402"/>
            <a:ext cx="17742989" cy="450189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5414"/>
              </a:lnSpc>
            </a:pPr>
            <a:r>
              <a:rPr lang="en-US" sz="11010" spc="550">
                <a:solidFill>
                  <a:srgbClr val="404040"/>
                </a:solidFill>
                <a:latin typeface="Fredoka"/>
                <a:ea typeface="Fredoka"/>
                <a:cs typeface="Fredoka"/>
                <a:sym typeface="Fredoka"/>
              </a:rPr>
              <a:t>MAGMAHALAN TAYO’T MAGTULUNGAN</a:t>
            </a:r>
          </a:p>
        </p:txBody>
      </p:sp>
      <p:grpSp>
        <p:nvGrpSpPr>
          <p:cNvPr id="3" name="Group 3"/>
          <p:cNvGrpSpPr/>
          <p:nvPr/>
        </p:nvGrpSpPr>
        <p:grpSpPr>
          <a:xfrm>
            <a:off x="8153476" y="440817"/>
            <a:ext cx="1981009" cy="1981009"/>
            <a:chOff x="0" y="0"/>
            <a:chExt cx="2641346" cy="2641346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2641346" cy="2641346"/>
            </a:xfrm>
            <a:custGeom>
              <a:avLst/>
              <a:gdLst/>
              <a:ahLst/>
              <a:cxnLst/>
              <a:rect l="l" t="t" r="r" b="b"/>
              <a:pathLst>
                <a:path w="2641346" h="2641346">
                  <a:moveTo>
                    <a:pt x="0" y="0"/>
                  </a:moveTo>
                  <a:lnTo>
                    <a:pt x="2641346" y="0"/>
                  </a:lnTo>
                  <a:lnTo>
                    <a:pt x="2641346" y="2641346"/>
                  </a:lnTo>
                  <a:lnTo>
                    <a:pt x="0" y="264134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/>
              </a:stretch>
            </a:blipFill>
          </p:spPr>
        </p:sp>
      </p:grpSp>
    </p:spTree>
  </p:cSld>
  <p:clrMapOvr>
    <a:masterClrMapping/>
  </p:clrMapOvr>
</p:sld>
</file>

<file path=ppt/slides/slide1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C13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681266" y="2235337"/>
            <a:ext cx="16925468" cy="645452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5414"/>
              </a:lnSpc>
            </a:pPr>
            <a:r>
              <a:rPr lang="en-US" sz="11010" spc="550">
                <a:solidFill>
                  <a:srgbClr val="404040"/>
                </a:solidFill>
                <a:latin typeface="Fredoka"/>
                <a:ea typeface="Fredoka"/>
                <a:cs typeface="Fredoka"/>
                <a:sym typeface="Fredoka"/>
              </a:rPr>
              <a:t>AT KUNG TAYO’Y BIGO, AY HUWAG LIMUTIN</a:t>
            </a:r>
          </a:p>
        </p:txBody>
      </p:sp>
      <p:grpSp>
        <p:nvGrpSpPr>
          <p:cNvPr id="3" name="Group 3"/>
          <p:cNvGrpSpPr/>
          <p:nvPr/>
        </p:nvGrpSpPr>
        <p:grpSpPr>
          <a:xfrm>
            <a:off x="8153476" y="440817"/>
            <a:ext cx="1981009" cy="1981009"/>
            <a:chOff x="0" y="0"/>
            <a:chExt cx="2641346" cy="2641346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2641346" cy="2641346"/>
            </a:xfrm>
            <a:custGeom>
              <a:avLst/>
              <a:gdLst/>
              <a:ahLst/>
              <a:cxnLst/>
              <a:rect l="l" t="t" r="r" b="b"/>
              <a:pathLst>
                <a:path w="2641346" h="2641346">
                  <a:moveTo>
                    <a:pt x="0" y="0"/>
                  </a:moveTo>
                  <a:lnTo>
                    <a:pt x="2641346" y="0"/>
                  </a:lnTo>
                  <a:lnTo>
                    <a:pt x="2641346" y="2641346"/>
                  </a:lnTo>
                  <a:lnTo>
                    <a:pt x="0" y="264134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/>
              </a:stretch>
            </a:blipFill>
          </p:spPr>
        </p:sp>
      </p:grpSp>
    </p:spTree>
  </p:cSld>
  <p:clrMapOvr>
    <a:masterClrMapping/>
  </p:clrMapOvr>
</p:sld>
</file>

<file path=ppt/slides/slide1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C13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681266" y="2344874"/>
            <a:ext cx="16925468" cy="645452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5414"/>
              </a:lnSpc>
            </a:pPr>
            <a:r>
              <a:rPr lang="en-US" sz="11010" spc="550">
                <a:solidFill>
                  <a:srgbClr val="404040"/>
                </a:solidFill>
                <a:latin typeface="Fredoka"/>
                <a:ea typeface="Fredoka"/>
                <a:cs typeface="Fredoka"/>
                <a:sym typeface="Fredoka"/>
              </a:rPr>
              <a:t>NA MAY DIYOS TAYONG NAGMAMAHAL</a:t>
            </a:r>
          </a:p>
        </p:txBody>
      </p:sp>
      <p:grpSp>
        <p:nvGrpSpPr>
          <p:cNvPr id="3" name="Group 3"/>
          <p:cNvGrpSpPr/>
          <p:nvPr/>
        </p:nvGrpSpPr>
        <p:grpSpPr>
          <a:xfrm>
            <a:off x="8153476" y="440817"/>
            <a:ext cx="1981009" cy="1981009"/>
            <a:chOff x="0" y="0"/>
            <a:chExt cx="2641346" cy="2641346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2641346" cy="2641346"/>
            </a:xfrm>
            <a:custGeom>
              <a:avLst/>
              <a:gdLst/>
              <a:ahLst/>
              <a:cxnLst/>
              <a:rect l="l" t="t" r="r" b="b"/>
              <a:pathLst>
                <a:path w="2641346" h="2641346">
                  <a:moveTo>
                    <a:pt x="0" y="0"/>
                  </a:moveTo>
                  <a:lnTo>
                    <a:pt x="2641346" y="0"/>
                  </a:lnTo>
                  <a:lnTo>
                    <a:pt x="2641346" y="2641346"/>
                  </a:lnTo>
                  <a:lnTo>
                    <a:pt x="0" y="264134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/>
              </a:stretch>
            </a:blipFill>
          </p:spPr>
        </p:sp>
      </p:grpSp>
    </p:spTree>
  </p:cSld>
  <p:clrMapOvr>
    <a:masterClrMapping/>
  </p:clrMapOvr>
</p:sld>
</file>

<file path=ppt/slides/slide1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C13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681266" y="2454402"/>
            <a:ext cx="16925468" cy="450189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5414"/>
              </a:lnSpc>
            </a:pPr>
            <a:r>
              <a:rPr lang="en-US" sz="11010" spc="550">
                <a:solidFill>
                  <a:srgbClr val="404040"/>
                </a:solidFill>
                <a:latin typeface="Fredoka"/>
                <a:ea typeface="Fredoka"/>
                <a:cs typeface="Fredoka"/>
                <a:sym typeface="Fredoka"/>
              </a:rPr>
              <a:t>SIKAPIN SA ATING PAG TULONG,</a:t>
            </a:r>
          </a:p>
        </p:txBody>
      </p:sp>
      <p:grpSp>
        <p:nvGrpSpPr>
          <p:cNvPr id="3" name="Group 3"/>
          <p:cNvGrpSpPr/>
          <p:nvPr/>
        </p:nvGrpSpPr>
        <p:grpSpPr>
          <a:xfrm>
            <a:off x="8153476" y="440817"/>
            <a:ext cx="1981009" cy="1981009"/>
            <a:chOff x="0" y="0"/>
            <a:chExt cx="2641346" cy="2641346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2641346" cy="2641346"/>
            </a:xfrm>
            <a:custGeom>
              <a:avLst/>
              <a:gdLst/>
              <a:ahLst/>
              <a:cxnLst/>
              <a:rect l="l" t="t" r="r" b="b"/>
              <a:pathLst>
                <a:path w="2641346" h="2641346">
                  <a:moveTo>
                    <a:pt x="0" y="0"/>
                  </a:moveTo>
                  <a:lnTo>
                    <a:pt x="2641346" y="0"/>
                  </a:lnTo>
                  <a:lnTo>
                    <a:pt x="2641346" y="2641346"/>
                  </a:lnTo>
                  <a:lnTo>
                    <a:pt x="0" y="264134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/>
              </a:stretch>
            </a:blipFill>
          </p:spPr>
        </p:sp>
      </p:grpSp>
    </p:spTree>
  </p:cSld>
  <p:clrMapOvr>
    <a:masterClrMapping/>
  </p:clrMapOvr>
</p:sld>
</file>

<file path=ppt/slides/slide1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C13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681266" y="2344874"/>
            <a:ext cx="16925468" cy="450189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5414"/>
              </a:lnSpc>
            </a:pPr>
            <a:r>
              <a:rPr lang="en-US" sz="11010" spc="550">
                <a:solidFill>
                  <a:srgbClr val="404040"/>
                </a:solidFill>
                <a:latin typeface="Fredoka"/>
                <a:ea typeface="Fredoka"/>
                <a:cs typeface="Fredoka"/>
                <a:sym typeface="Fredoka"/>
              </a:rPr>
              <a:t> IPAMALITA SA BUONG MUNDO,</a:t>
            </a:r>
          </a:p>
        </p:txBody>
      </p:sp>
      <p:grpSp>
        <p:nvGrpSpPr>
          <p:cNvPr id="3" name="Group 3"/>
          <p:cNvGrpSpPr/>
          <p:nvPr/>
        </p:nvGrpSpPr>
        <p:grpSpPr>
          <a:xfrm>
            <a:off x="8153476" y="440817"/>
            <a:ext cx="1981009" cy="1981009"/>
            <a:chOff x="0" y="0"/>
            <a:chExt cx="2641346" cy="2641346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2641346" cy="2641346"/>
            </a:xfrm>
            <a:custGeom>
              <a:avLst/>
              <a:gdLst/>
              <a:ahLst/>
              <a:cxnLst/>
              <a:rect l="l" t="t" r="r" b="b"/>
              <a:pathLst>
                <a:path w="2641346" h="2641346">
                  <a:moveTo>
                    <a:pt x="0" y="0"/>
                  </a:moveTo>
                  <a:lnTo>
                    <a:pt x="2641346" y="0"/>
                  </a:lnTo>
                  <a:lnTo>
                    <a:pt x="2641346" y="2641346"/>
                  </a:lnTo>
                  <a:lnTo>
                    <a:pt x="0" y="264134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/>
              </a:stretch>
            </a:blipFill>
          </p:spPr>
        </p:sp>
      </p:grpSp>
    </p:spTree>
  </p:cSld>
  <p:clrMapOvr>
    <a:masterClrMapping/>
  </p:clrMapOvr>
</p:sld>
</file>

<file path=ppt/slides/slide1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C13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681266" y="2454402"/>
            <a:ext cx="16925468" cy="450189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5414"/>
              </a:lnSpc>
            </a:pPr>
            <a:r>
              <a:rPr lang="en-US" sz="11010" spc="550">
                <a:solidFill>
                  <a:srgbClr val="404040"/>
                </a:solidFill>
                <a:latin typeface="Fredoka"/>
                <a:ea typeface="Fredoka"/>
                <a:cs typeface="Fredoka"/>
                <a:sym typeface="Fredoka"/>
              </a:rPr>
              <a:t>PAG IBIG NI HESUS NA SIYANG SUMASAKOP,</a:t>
            </a:r>
          </a:p>
        </p:txBody>
      </p:sp>
      <p:grpSp>
        <p:nvGrpSpPr>
          <p:cNvPr id="3" name="Group 3"/>
          <p:cNvGrpSpPr/>
          <p:nvPr/>
        </p:nvGrpSpPr>
        <p:grpSpPr>
          <a:xfrm>
            <a:off x="8153476" y="440817"/>
            <a:ext cx="1981009" cy="1981009"/>
            <a:chOff x="0" y="0"/>
            <a:chExt cx="2641346" cy="2641346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2641346" cy="2641346"/>
            </a:xfrm>
            <a:custGeom>
              <a:avLst/>
              <a:gdLst/>
              <a:ahLst/>
              <a:cxnLst/>
              <a:rect l="l" t="t" r="r" b="b"/>
              <a:pathLst>
                <a:path w="2641346" h="2641346">
                  <a:moveTo>
                    <a:pt x="0" y="0"/>
                  </a:moveTo>
                  <a:lnTo>
                    <a:pt x="2641346" y="0"/>
                  </a:lnTo>
                  <a:lnTo>
                    <a:pt x="2641346" y="2641346"/>
                  </a:lnTo>
                  <a:lnTo>
                    <a:pt x="0" y="264134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/>
              </a:stretch>
            </a:blipFill>
          </p:spPr>
        </p:sp>
      </p:grpSp>
    </p:spTree>
  </p:cSld>
  <p:clrMapOvr>
    <a:masterClrMapping/>
  </p:clrMapOvr>
</p:sld>
</file>

<file path=ppt/slides/slide1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C13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681266" y="2454402"/>
            <a:ext cx="16925468" cy="450189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5414"/>
              </a:lnSpc>
            </a:pPr>
            <a:r>
              <a:rPr lang="en-US" sz="11010" spc="550">
                <a:solidFill>
                  <a:srgbClr val="404040"/>
                </a:solidFill>
                <a:latin typeface="Fredoka"/>
                <a:ea typeface="Fredoka"/>
                <a:cs typeface="Fredoka"/>
                <a:sym typeface="Fredoka"/>
              </a:rPr>
              <a:t> SA BAWAT PUSONG UHAW SA PAGSUYO.</a:t>
            </a:r>
          </a:p>
        </p:txBody>
      </p:sp>
      <p:grpSp>
        <p:nvGrpSpPr>
          <p:cNvPr id="3" name="Group 3"/>
          <p:cNvGrpSpPr/>
          <p:nvPr/>
        </p:nvGrpSpPr>
        <p:grpSpPr>
          <a:xfrm>
            <a:off x="8153476" y="440817"/>
            <a:ext cx="1981009" cy="1981009"/>
            <a:chOff x="0" y="0"/>
            <a:chExt cx="2641346" cy="2641346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2641346" cy="2641346"/>
            </a:xfrm>
            <a:custGeom>
              <a:avLst/>
              <a:gdLst/>
              <a:ahLst/>
              <a:cxnLst/>
              <a:rect l="l" t="t" r="r" b="b"/>
              <a:pathLst>
                <a:path w="2641346" h="2641346">
                  <a:moveTo>
                    <a:pt x="0" y="0"/>
                  </a:moveTo>
                  <a:lnTo>
                    <a:pt x="2641346" y="0"/>
                  </a:lnTo>
                  <a:lnTo>
                    <a:pt x="2641346" y="2641346"/>
                  </a:lnTo>
                  <a:lnTo>
                    <a:pt x="0" y="264134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/>
              </a:stretch>
            </a:blipFill>
          </p:spPr>
        </p:sp>
      </p:grpSp>
    </p:spTree>
  </p:cSld>
  <p:clrMapOvr>
    <a:masterClrMapping/>
  </p:clrMapOvr>
</p:sld>
</file>

<file path=ppt/slides/slide1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C13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340633" y="2117560"/>
            <a:ext cx="17606734" cy="645452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5414"/>
              </a:lnSpc>
            </a:pPr>
            <a:r>
              <a:rPr lang="en-US" sz="11010" spc="550">
                <a:solidFill>
                  <a:srgbClr val="404040"/>
                </a:solidFill>
                <a:latin typeface="Fredoka"/>
                <a:ea typeface="Fredoka"/>
                <a:cs typeface="Fredoka"/>
                <a:sym typeface="Fredoka"/>
              </a:rPr>
              <a:t>PAGKA’T ANG DIYOS NATIN, DIYOS NG PAG IBIG, </a:t>
            </a:r>
          </a:p>
        </p:txBody>
      </p:sp>
      <p:grpSp>
        <p:nvGrpSpPr>
          <p:cNvPr id="3" name="Group 3"/>
          <p:cNvGrpSpPr/>
          <p:nvPr/>
        </p:nvGrpSpPr>
        <p:grpSpPr>
          <a:xfrm>
            <a:off x="8153476" y="440817"/>
            <a:ext cx="1981009" cy="1981009"/>
            <a:chOff x="0" y="0"/>
            <a:chExt cx="2641346" cy="2641346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2641346" cy="2641346"/>
            </a:xfrm>
            <a:custGeom>
              <a:avLst/>
              <a:gdLst/>
              <a:ahLst/>
              <a:cxnLst/>
              <a:rect l="l" t="t" r="r" b="b"/>
              <a:pathLst>
                <a:path w="2641346" h="2641346">
                  <a:moveTo>
                    <a:pt x="0" y="0"/>
                  </a:moveTo>
                  <a:lnTo>
                    <a:pt x="2641346" y="0"/>
                  </a:lnTo>
                  <a:lnTo>
                    <a:pt x="2641346" y="2641346"/>
                  </a:lnTo>
                  <a:lnTo>
                    <a:pt x="0" y="264134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/>
              </a:stretch>
            </a:blipFill>
          </p:spPr>
        </p:sp>
      </p:grpSp>
    </p:spTree>
  </p:cSld>
  <p:clrMapOvr>
    <a:masterClrMapping/>
  </p:clrMapOvr>
</p:sld>
</file>

<file path=ppt/slides/slide1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C13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272510" y="2454402"/>
            <a:ext cx="17742989" cy="450189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5414"/>
              </a:lnSpc>
            </a:pPr>
            <a:r>
              <a:rPr lang="en-US" sz="11010" spc="550">
                <a:solidFill>
                  <a:srgbClr val="404040"/>
                </a:solidFill>
                <a:latin typeface="Fredoka"/>
                <a:ea typeface="Fredoka"/>
                <a:cs typeface="Fredoka"/>
                <a:sym typeface="Fredoka"/>
              </a:rPr>
              <a:t>MAGMAHALAN TAYO’T MAGTULUNGAN</a:t>
            </a:r>
          </a:p>
        </p:txBody>
      </p:sp>
      <p:grpSp>
        <p:nvGrpSpPr>
          <p:cNvPr id="3" name="Group 3"/>
          <p:cNvGrpSpPr/>
          <p:nvPr/>
        </p:nvGrpSpPr>
        <p:grpSpPr>
          <a:xfrm>
            <a:off x="8153476" y="440817"/>
            <a:ext cx="1981009" cy="1981009"/>
            <a:chOff x="0" y="0"/>
            <a:chExt cx="2641346" cy="2641346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2641346" cy="2641346"/>
            </a:xfrm>
            <a:custGeom>
              <a:avLst/>
              <a:gdLst/>
              <a:ahLst/>
              <a:cxnLst/>
              <a:rect l="l" t="t" r="r" b="b"/>
              <a:pathLst>
                <a:path w="2641346" h="2641346">
                  <a:moveTo>
                    <a:pt x="0" y="0"/>
                  </a:moveTo>
                  <a:lnTo>
                    <a:pt x="2641346" y="0"/>
                  </a:lnTo>
                  <a:lnTo>
                    <a:pt x="2641346" y="2641346"/>
                  </a:lnTo>
                  <a:lnTo>
                    <a:pt x="0" y="264134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/>
              </a:stretch>
            </a:blipFill>
          </p:spPr>
        </p:sp>
      </p:grpSp>
    </p:spTree>
  </p:cSld>
  <p:clrMapOvr>
    <a:masterClrMapping/>
  </p:clrMapOvr>
</p:sld>
</file>

<file path=ppt/slides/slide1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C13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681266" y="2344874"/>
            <a:ext cx="16925468" cy="645452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5414"/>
              </a:lnSpc>
            </a:pPr>
            <a:r>
              <a:rPr lang="en-US" sz="11010" spc="550">
                <a:solidFill>
                  <a:srgbClr val="404040"/>
                </a:solidFill>
                <a:latin typeface="Fredoka"/>
                <a:ea typeface="Fredoka"/>
                <a:cs typeface="Fredoka"/>
                <a:sym typeface="Fredoka"/>
              </a:rPr>
              <a:t>AT KUNG TAYO’Y BIGO, AY HUWAG LIMUTIN</a:t>
            </a:r>
          </a:p>
        </p:txBody>
      </p:sp>
      <p:grpSp>
        <p:nvGrpSpPr>
          <p:cNvPr id="3" name="Group 3"/>
          <p:cNvGrpSpPr/>
          <p:nvPr/>
        </p:nvGrpSpPr>
        <p:grpSpPr>
          <a:xfrm>
            <a:off x="8153476" y="440817"/>
            <a:ext cx="1981009" cy="1981009"/>
            <a:chOff x="0" y="0"/>
            <a:chExt cx="2641346" cy="2641346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2641346" cy="2641346"/>
            </a:xfrm>
            <a:custGeom>
              <a:avLst/>
              <a:gdLst/>
              <a:ahLst/>
              <a:cxnLst/>
              <a:rect l="l" t="t" r="r" b="b"/>
              <a:pathLst>
                <a:path w="2641346" h="2641346">
                  <a:moveTo>
                    <a:pt x="0" y="0"/>
                  </a:moveTo>
                  <a:lnTo>
                    <a:pt x="2641346" y="0"/>
                  </a:lnTo>
                  <a:lnTo>
                    <a:pt x="2641346" y="2641346"/>
                  </a:lnTo>
                  <a:lnTo>
                    <a:pt x="0" y="264134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/>
              </a:stretch>
            </a:blipFill>
          </p:spPr>
        </p:sp>
      </p:grpSp>
    </p:spTree>
  </p:cSld>
  <p:clrMapOvr>
    <a:masterClrMapping/>
  </p:clrMapOvr>
</p:sld>
</file>

<file path=ppt/slides/slide1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C13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681266" y="2344874"/>
            <a:ext cx="16925468" cy="645452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5414"/>
              </a:lnSpc>
            </a:pPr>
            <a:r>
              <a:rPr lang="en-US" sz="11010" spc="550">
                <a:solidFill>
                  <a:srgbClr val="404040"/>
                </a:solidFill>
                <a:latin typeface="Fredoka"/>
                <a:ea typeface="Fredoka"/>
                <a:cs typeface="Fredoka"/>
                <a:sym typeface="Fredoka"/>
              </a:rPr>
              <a:t>NA MAY DIYOS TAYONG NAGMAMAHAL</a:t>
            </a:r>
          </a:p>
        </p:txBody>
      </p:sp>
      <p:grpSp>
        <p:nvGrpSpPr>
          <p:cNvPr id="3" name="Group 3"/>
          <p:cNvGrpSpPr/>
          <p:nvPr/>
        </p:nvGrpSpPr>
        <p:grpSpPr>
          <a:xfrm>
            <a:off x="8153476" y="440817"/>
            <a:ext cx="1981009" cy="1981009"/>
            <a:chOff x="0" y="0"/>
            <a:chExt cx="2641346" cy="2641346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2641346" cy="2641346"/>
            </a:xfrm>
            <a:custGeom>
              <a:avLst/>
              <a:gdLst/>
              <a:ahLst/>
              <a:cxnLst/>
              <a:rect l="l" t="t" r="r" b="b"/>
              <a:pathLst>
                <a:path w="2641346" h="2641346">
                  <a:moveTo>
                    <a:pt x="0" y="0"/>
                  </a:moveTo>
                  <a:lnTo>
                    <a:pt x="2641346" y="0"/>
                  </a:lnTo>
                  <a:lnTo>
                    <a:pt x="2641346" y="2641346"/>
                  </a:lnTo>
                  <a:lnTo>
                    <a:pt x="0" y="264134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/>
              </a:stretch>
            </a:blipFill>
          </p:spPr>
        </p:sp>
      </p:grpSp>
    </p:spTree>
  </p:cSld>
  <p:clrMapOvr>
    <a:masterClrMapping/>
  </p:clrMapOvr>
</p:sld>
</file>

<file path=ppt/slides/slide1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C13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340633" y="2117560"/>
            <a:ext cx="17606734" cy="645452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5414"/>
              </a:lnSpc>
            </a:pPr>
            <a:r>
              <a:rPr lang="en-US" sz="11010" spc="550">
                <a:solidFill>
                  <a:srgbClr val="404040"/>
                </a:solidFill>
                <a:latin typeface="Fredoka"/>
                <a:ea typeface="Fredoka"/>
                <a:cs typeface="Fredoka"/>
                <a:sym typeface="Fredoka"/>
              </a:rPr>
              <a:t>PAGKA’T ANG DIYOS NATIN, DIYOS NG PAG IBIG, </a:t>
            </a:r>
          </a:p>
        </p:txBody>
      </p:sp>
      <p:grpSp>
        <p:nvGrpSpPr>
          <p:cNvPr id="3" name="Group 3"/>
          <p:cNvGrpSpPr/>
          <p:nvPr/>
        </p:nvGrpSpPr>
        <p:grpSpPr>
          <a:xfrm>
            <a:off x="8153476" y="440817"/>
            <a:ext cx="1981009" cy="1981009"/>
            <a:chOff x="0" y="0"/>
            <a:chExt cx="2641346" cy="2641346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2641346" cy="2641346"/>
            </a:xfrm>
            <a:custGeom>
              <a:avLst/>
              <a:gdLst/>
              <a:ahLst/>
              <a:cxnLst/>
              <a:rect l="l" t="t" r="r" b="b"/>
              <a:pathLst>
                <a:path w="2641346" h="2641346">
                  <a:moveTo>
                    <a:pt x="0" y="0"/>
                  </a:moveTo>
                  <a:lnTo>
                    <a:pt x="2641346" y="0"/>
                  </a:lnTo>
                  <a:lnTo>
                    <a:pt x="2641346" y="2641346"/>
                  </a:lnTo>
                  <a:lnTo>
                    <a:pt x="0" y="264134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/>
              </a:stretch>
            </a:blipFill>
          </p:spPr>
        </p:sp>
      </p:grpSp>
    </p:spTree>
  </p:cSld>
  <p:clrMapOvr>
    <a:masterClrMapping/>
  </p:clrMapOvr>
</p:sld>
</file>

<file path=ppt/slides/slide1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C13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272510" y="2454402"/>
            <a:ext cx="17742989" cy="450189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5414"/>
              </a:lnSpc>
            </a:pPr>
            <a:r>
              <a:rPr lang="en-US" sz="11010" spc="550">
                <a:solidFill>
                  <a:srgbClr val="404040"/>
                </a:solidFill>
                <a:latin typeface="Fredoka"/>
                <a:ea typeface="Fredoka"/>
                <a:cs typeface="Fredoka"/>
                <a:sym typeface="Fredoka"/>
              </a:rPr>
              <a:t>MAGMAHALAN TAYO’T MAGTULUNGAN</a:t>
            </a:r>
          </a:p>
        </p:txBody>
      </p:sp>
      <p:grpSp>
        <p:nvGrpSpPr>
          <p:cNvPr id="3" name="Group 3"/>
          <p:cNvGrpSpPr/>
          <p:nvPr/>
        </p:nvGrpSpPr>
        <p:grpSpPr>
          <a:xfrm>
            <a:off x="8153476" y="440817"/>
            <a:ext cx="1981009" cy="1981009"/>
            <a:chOff x="0" y="0"/>
            <a:chExt cx="2641346" cy="2641346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2641346" cy="2641346"/>
            </a:xfrm>
            <a:custGeom>
              <a:avLst/>
              <a:gdLst/>
              <a:ahLst/>
              <a:cxnLst/>
              <a:rect l="l" t="t" r="r" b="b"/>
              <a:pathLst>
                <a:path w="2641346" h="2641346">
                  <a:moveTo>
                    <a:pt x="0" y="0"/>
                  </a:moveTo>
                  <a:lnTo>
                    <a:pt x="2641346" y="0"/>
                  </a:lnTo>
                  <a:lnTo>
                    <a:pt x="2641346" y="2641346"/>
                  </a:lnTo>
                  <a:lnTo>
                    <a:pt x="0" y="264134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/>
              </a:stretch>
            </a:blipFill>
          </p:spPr>
        </p:sp>
      </p:grpSp>
    </p:spTree>
  </p:cSld>
  <p:clrMapOvr>
    <a:masterClrMapping/>
  </p:clrMapOvr>
</p:sld>
</file>

<file path=ppt/slides/slide1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C13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681266" y="2344874"/>
            <a:ext cx="16925468" cy="645452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5414"/>
              </a:lnSpc>
            </a:pPr>
            <a:r>
              <a:rPr lang="en-US" sz="11010" spc="550">
                <a:solidFill>
                  <a:srgbClr val="404040"/>
                </a:solidFill>
                <a:latin typeface="Fredoka"/>
                <a:ea typeface="Fredoka"/>
                <a:cs typeface="Fredoka"/>
                <a:sym typeface="Fredoka"/>
              </a:rPr>
              <a:t>AT KUNG TAYO’Y BIGO, AY HUWAG LIMUTIN</a:t>
            </a:r>
          </a:p>
        </p:txBody>
      </p:sp>
      <p:grpSp>
        <p:nvGrpSpPr>
          <p:cNvPr id="3" name="Group 3"/>
          <p:cNvGrpSpPr/>
          <p:nvPr/>
        </p:nvGrpSpPr>
        <p:grpSpPr>
          <a:xfrm>
            <a:off x="8153476" y="440817"/>
            <a:ext cx="1981009" cy="1981009"/>
            <a:chOff x="0" y="0"/>
            <a:chExt cx="2641346" cy="2641346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2641346" cy="2641346"/>
            </a:xfrm>
            <a:custGeom>
              <a:avLst/>
              <a:gdLst/>
              <a:ahLst/>
              <a:cxnLst/>
              <a:rect l="l" t="t" r="r" b="b"/>
              <a:pathLst>
                <a:path w="2641346" h="2641346">
                  <a:moveTo>
                    <a:pt x="0" y="0"/>
                  </a:moveTo>
                  <a:lnTo>
                    <a:pt x="2641346" y="0"/>
                  </a:lnTo>
                  <a:lnTo>
                    <a:pt x="2641346" y="2641346"/>
                  </a:lnTo>
                  <a:lnTo>
                    <a:pt x="0" y="264134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/>
              </a:stretch>
            </a:blipFill>
          </p:spPr>
        </p:sp>
      </p:grpSp>
    </p:spTree>
  </p:cSld>
  <p:clrMapOvr>
    <a:masterClrMapping/>
  </p:clrMapOvr>
</p:sld>
</file>

<file path=ppt/slides/slide1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C13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681266" y="2344874"/>
            <a:ext cx="16925468" cy="645452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5414"/>
              </a:lnSpc>
            </a:pPr>
            <a:r>
              <a:rPr lang="en-US" sz="11010" spc="550">
                <a:solidFill>
                  <a:srgbClr val="404040"/>
                </a:solidFill>
                <a:latin typeface="Fredoka"/>
                <a:ea typeface="Fredoka"/>
                <a:cs typeface="Fredoka"/>
                <a:sym typeface="Fredoka"/>
              </a:rPr>
              <a:t>NA MAY DIYOS TAYONG NAGMAMAHAL</a:t>
            </a:r>
          </a:p>
        </p:txBody>
      </p:sp>
      <p:grpSp>
        <p:nvGrpSpPr>
          <p:cNvPr id="3" name="Group 3"/>
          <p:cNvGrpSpPr/>
          <p:nvPr/>
        </p:nvGrpSpPr>
        <p:grpSpPr>
          <a:xfrm>
            <a:off x="8153476" y="440817"/>
            <a:ext cx="1981009" cy="1981009"/>
            <a:chOff x="0" y="0"/>
            <a:chExt cx="2641346" cy="2641346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2641346" cy="2641346"/>
            </a:xfrm>
            <a:custGeom>
              <a:avLst/>
              <a:gdLst/>
              <a:ahLst/>
              <a:cxnLst/>
              <a:rect l="l" t="t" r="r" b="b"/>
              <a:pathLst>
                <a:path w="2641346" h="2641346">
                  <a:moveTo>
                    <a:pt x="0" y="0"/>
                  </a:moveTo>
                  <a:lnTo>
                    <a:pt x="2641346" y="0"/>
                  </a:lnTo>
                  <a:lnTo>
                    <a:pt x="2641346" y="2641346"/>
                  </a:lnTo>
                  <a:lnTo>
                    <a:pt x="0" y="264134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/>
              </a:stretch>
            </a:blipFill>
          </p:spPr>
        </p:sp>
      </p:grpSp>
    </p:spTree>
  </p:cSld>
  <p:clrMapOvr>
    <a:masterClrMapping/>
  </p:clrMapOvr>
</p:sld>
</file>

<file path=ppt/slides/slide1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C13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681266" y="3321187"/>
            <a:ext cx="16925468" cy="254927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5414"/>
              </a:lnSpc>
            </a:pPr>
            <a:r>
              <a:rPr lang="en-US" sz="11010" spc="550">
                <a:solidFill>
                  <a:srgbClr val="404040"/>
                </a:solidFill>
                <a:latin typeface="Fredoka"/>
                <a:ea typeface="Fredoka"/>
                <a:cs typeface="Fredoka"/>
                <a:sym typeface="Fredoka"/>
              </a:rPr>
              <a:t>DIYOS AY PAG-IBIG.</a:t>
            </a:r>
          </a:p>
        </p:txBody>
      </p:sp>
      <p:grpSp>
        <p:nvGrpSpPr>
          <p:cNvPr id="3" name="Group 3"/>
          <p:cNvGrpSpPr/>
          <p:nvPr/>
        </p:nvGrpSpPr>
        <p:grpSpPr>
          <a:xfrm>
            <a:off x="8153476" y="440817"/>
            <a:ext cx="1981009" cy="1981009"/>
            <a:chOff x="0" y="0"/>
            <a:chExt cx="2641346" cy="2641346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2641346" cy="2641346"/>
            </a:xfrm>
            <a:custGeom>
              <a:avLst/>
              <a:gdLst/>
              <a:ahLst/>
              <a:cxnLst/>
              <a:rect l="l" t="t" r="r" b="b"/>
              <a:pathLst>
                <a:path w="2641346" h="2641346">
                  <a:moveTo>
                    <a:pt x="0" y="0"/>
                  </a:moveTo>
                  <a:lnTo>
                    <a:pt x="2641346" y="0"/>
                  </a:lnTo>
                  <a:lnTo>
                    <a:pt x="2641346" y="2641346"/>
                  </a:lnTo>
                  <a:lnTo>
                    <a:pt x="0" y="264134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/>
              </a:stretch>
            </a:blipFill>
          </p:spPr>
        </p:sp>
      </p:grpSp>
    </p:spTree>
  </p:cSld>
  <p:clrMapOvr>
    <a:masterClrMapping/>
  </p:clrMapOvr>
</p:sld>
</file>

<file path=ppt/slides/slide1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C13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13008597" y="319192"/>
            <a:ext cx="1749809" cy="1559185"/>
            <a:chOff x="0" y="0"/>
            <a:chExt cx="2333079" cy="2078914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2333117" cy="2078863"/>
            </a:xfrm>
            <a:custGeom>
              <a:avLst/>
              <a:gdLst/>
              <a:ahLst/>
              <a:cxnLst/>
              <a:rect l="l" t="t" r="r" b="b"/>
              <a:pathLst>
                <a:path w="2333117" h="2078863">
                  <a:moveTo>
                    <a:pt x="0" y="0"/>
                  </a:moveTo>
                  <a:lnTo>
                    <a:pt x="2333117" y="0"/>
                  </a:lnTo>
                  <a:lnTo>
                    <a:pt x="2333117" y="2078863"/>
                  </a:lnTo>
                  <a:lnTo>
                    <a:pt x="0" y="207886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t="-6112" r="1" b="-6115"/>
              </a:stretch>
            </a:blipFill>
          </p:spPr>
        </p:sp>
      </p:grpSp>
      <p:grpSp>
        <p:nvGrpSpPr>
          <p:cNvPr id="4" name="Group 4"/>
          <p:cNvGrpSpPr/>
          <p:nvPr/>
        </p:nvGrpSpPr>
        <p:grpSpPr>
          <a:xfrm>
            <a:off x="16535400" y="8039100"/>
            <a:ext cx="2239232" cy="57150"/>
            <a:chOff x="0" y="0"/>
            <a:chExt cx="2985643" cy="76200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2985643" cy="76200"/>
            </a:xfrm>
            <a:custGeom>
              <a:avLst/>
              <a:gdLst/>
              <a:ahLst/>
              <a:cxnLst/>
              <a:rect l="l" t="t" r="r" b="b"/>
              <a:pathLst>
                <a:path w="2985643" h="76200">
                  <a:moveTo>
                    <a:pt x="0" y="25400"/>
                  </a:moveTo>
                  <a:lnTo>
                    <a:pt x="2985262" y="0"/>
                  </a:lnTo>
                  <a:lnTo>
                    <a:pt x="2985643" y="50800"/>
                  </a:lnTo>
                  <a:lnTo>
                    <a:pt x="508" y="76200"/>
                  </a:lnTo>
                  <a:close/>
                </a:path>
              </a:pathLst>
            </a:custGeom>
            <a:solidFill>
              <a:srgbClr val="FFFFFF"/>
            </a:solidFill>
            <a:ln w="12700">
              <a:solidFill>
                <a:srgbClr val="000000"/>
              </a:solidFill>
            </a:ln>
          </p:spPr>
        </p:sp>
      </p:grpSp>
      <p:grpSp>
        <p:nvGrpSpPr>
          <p:cNvPr id="6" name="Group 6"/>
          <p:cNvGrpSpPr/>
          <p:nvPr/>
        </p:nvGrpSpPr>
        <p:grpSpPr>
          <a:xfrm>
            <a:off x="8962168" y="8069990"/>
            <a:ext cx="2239232" cy="57150"/>
            <a:chOff x="0" y="0"/>
            <a:chExt cx="2985643" cy="76200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2985643" cy="76200"/>
            </a:xfrm>
            <a:custGeom>
              <a:avLst/>
              <a:gdLst/>
              <a:ahLst/>
              <a:cxnLst/>
              <a:rect l="l" t="t" r="r" b="b"/>
              <a:pathLst>
                <a:path w="2985643" h="76200">
                  <a:moveTo>
                    <a:pt x="0" y="25400"/>
                  </a:moveTo>
                  <a:lnTo>
                    <a:pt x="2985262" y="0"/>
                  </a:lnTo>
                  <a:lnTo>
                    <a:pt x="2985643" y="50800"/>
                  </a:lnTo>
                  <a:lnTo>
                    <a:pt x="508" y="76200"/>
                  </a:lnTo>
                  <a:close/>
                </a:path>
              </a:pathLst>
            </a:custGeom>
            <a:solidFill>
              <a:srgbClr val="FFFFFF"/>
            </a:solidFill>
            <a:ln w="12700">
              <a:solidFill>
                <a:srgbClr val="000000"/>
              </a:solidFill>
            </a:ln>
          </p:spPr>
        </p:sp>
      </p:grpSp>
      <p:grpSp>
        <p:nvGrpSpPr>
          <p:cNvPr id="8" name="Group 8"/>
          <p:cNvGrpSpPr/>
          <p:nvPr/>
        </p:nvGrpSpPr>
        <p:grpSpPr>
          <a:xfrm>
            <a:off x="10596582" y="8978570"/>
            <a:ext cx="6856286" cy="814578"/>
            <a:chOff x="0" y="0"/>
            <a:chExt cx="9141714" cy="1086104"/>
          </a:xfrm>
        </p:grpSpPr>
        <p:sp>
          <p:nvSpPr>
            <p:cNvPr id="9" name="Freeform 9"/>
            <p:cNvSpPr/>
            <p:nvPr/>
          </p:nvSpPr>
          <p:spPr>
            <a:xfrm>
              <a:off x="8509" y="8509"/>
              <a:ext cx="9129014" cy="1073404"/>
            </a:xfrm>
            <a:custGeom>
              <a:avLst/>
              <a:gdLst/>
              <a:ahLst/>
              <a:cxnLst/>
              <a:rect l="l" t="t" r="r" b="b"/>
              <a:pathLst>
                <a:path w="9129014" h="1073404">
                  <a:moveTo>
                    <a:pt x="0" y="0"/>
                  </a:moveTo>
                  <a:lnTo>
                    <a:pt x="9129014" y="0"/>
                  </a:lnTo>
                  <a:lnTo>
                    <a:pt x="9129014" y="1073404"/>
                  </a:lnTo>
                  <a:lnTo>
                    <a:pt x="0" y="1073404"/>
                  </a:lnTo>
                  <a:close/>
                </a:path>
              </a:pathLst>
            </a:custGeom>
            <a:solidFill>
              <a:srgbClr val="352C2F"/>
            </a:solidFill>
            <a:ln w="12700">
              <a:solidFill>
                <a:srgbClr val="000000"/>
              </a:solidFill>
            </a:ln>
          </p:spPr>
        </p:sp>
        <p:sp>
          <p:nvSpPr>
            <p:cNvPr id="10" name="Freeform 10"/>
            <p:cNvSpPr/>
            <p:nvPr/>
          </p:nvSpPr>
          <p:spPr>
            <a:xfrm>
              <a:off x="0" y="0"/>
              <a:ext cx="9146032" cy="1090422"/>
            </a:xfrm>
            <a:custGeom>
              <a:avLst/>
              <a:gdLst/>
              <a:ahLst/>
              <a:cxnLst/>
              <a:rect l="l" t="t" r="r" b="b"/>
              <a:pathLst>
                <a:path w="9146032" h="1090422">
                  <a:moveTo>
                    <a:pt x="8509" y="0"/>
                  </a:moveTo>
                  <a:lnTo>
                    <a:pt x="9137523" y="0"/>
                  </a:lnTo>
                  <a:cubicBezTo>
                    <a:pt x="9142222" y="0"/>
                    <a:pt x="9146032" y="3810"/>
                    <a:pt x="9146032" y="8509"/>
                  </a:cubicBezTo>
                  <a:lnTo>
                    <a:pt x="9146032" y="1081913"/>
                  </a:lnTo>
                  <a:cubicBezTo>
                    <a:pt x="9146032" y="1086612"/>
                    <a:pt x="9142222" y="1090422"/>
                    <a:pt x="9137523" y="1090422"/>
                  </a:cubicBezTo>
                  <a:lnTo>
                    <a:pt x="8509" y="1090422"/>
                  </a:lnTo>
                  <a:cubicBezTo>
                    <a:pt x="3810" y="1090422"/>
                    <a:pt x="0" y="1086612"/>
                    <a:pt x="0" y="1081913"/>
                  </a:cubicBezTo>
                  <a:lnTo>
                    <a:pt x="0" y="8509"/>
                  </a:lnTo>
                  <a:cubicBezTo>
                    <a:pt x="0" y="3810"/>
                    <a:pt x="3810" y="0"/>
                    <a:pt x="8509" y="0"/>
                  </a:cubicBezTo>
                  <a:moveTo>
                    <a:pt x="8509" y="16891"/>
                  </a:moveTo>
                  <a:lnTo>
                    <a:pt x="8509" y="8509"/>
                  </a:lnTo>
                  <a:lnTo>
                    <a:pt x="17018" y="8509"/>
                  </a:lnTo>
                  <a:lnTo>
                    <a:pt x="17018" y="1081913"/>
                  </a:lnTo>
                  <a:lnTo>
                    <a:pt x="8509" y="1081913"/>
                  </a:lnTo>
                  <a:lnTo>
                    <a:pt x="8509" y="1073404"/>
                  </a:lnTo>
                  <a:lnTo>
                    <a:pt x="9137523" y="1073404"/>
                  </a:lnTo>
                  <a:lnTo>
                    <a:pt x="9137523" y="1081913"/>
                  </a:lnTo>
                  <a:lnTo>
                    <a:pt x="9129014" y="1081913"/>
                  </a:lnTo>
                  <a:lnTo>
                    <a:pt x="9129014" y="8509"/>
                  </a:lnTo>
                  <a:lnTo>
                    <a:pt x="9137523" y="8509"/>
                  </a:lnTo>
                  <a:lnTo>
                    <a:pt x="9137523" y="17018"/>
                  </a:lnTo>
                  <a:lnTo>
                    <a:pt x="8509" y="17018"/>
                  </a:lnTo>
                  <a:close/>
                </a:path>
              </a:pathLst>
            </a:custGeom>
            <a:solidFill>
              <a:srgbClr val="000000"/>
            </a:solidFill>
            <a:ln w="12700">
              <a:solidFill>
                <a:srgbClr val="000000"/>
              </a:solidFill>
            </a:ln>
          </p:spPr>
        </p:sp>
      </p:grpSp>
      <p:sp>
        <p:nvSpPr>
          <p:cNvPr id="11" name="Freeform 11"/>
          <p:cNvSpPr/>
          <p:nvPr/>
        </p:nvSpPr>
        <p:spPr>
          <a:xfrm>
            <a:off x="0" y="0"/>
            <a:ext cx="8962168" cy="10976993"/>
          </a:xfrm>
          <a:custGeom>
            <a:avLst/>
            <a:gdLst/>
            <a:ahLst/>
            <a:cxnLst/>
            <a:rect l="l" t="t" r="r" b="b"/>
            <a:pathLst>
              <a:path w="8962168" h="10976993">
                <a:moveTo>
                  <a:pt x="0" y="0"/>
                </a:moveTo>
                <a:lnTo>
                  <a:pt x="8962168" y="0"/>
                </a:lnTo>
                <a:lnTo>
                  <a:pt x="8962168" y="10976993"/>
                </a:lnTo>
                <a:lnTo>
                  <a:pt x="0" y="10976993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t="-2086" b="-2086"/>
            </a:stretch>
          </a:blipFill>
        </p:spPr>
      </p:sp>
      <p:sp>
        <p:nvSpPr>
          <p:cNvPr id="12" name="TextBox 12"/>
          <p:cNvSpPr txBox="1"/>
          <p:nvPr/>
        </p:nvSpPr>
        <p:spPr>
          <a:xfrm>
            <a:off x="11351479" y="7701978"/>
            <a:ext cx="5064071" cy="67424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5401"/>
              </a:lnSpc>
            </a:pPr>
            <a:r>
              <a:rPr lang="en-US" sz="3800" spc="428" dirty="0">
                <a:solidFill>
                  <a:srgbClr val="404040"/>
                </a:solidFill>
                <a:latin typeface="Yeseva One"/>
                <a:ea typeface="Yeseva One"/>
                <a:cs typeface="Yeseva One"/>
                <a:sym typeface="Yeseva One"/>
              </a:rPr>
              <a:t>Mateo 2, 2-12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10669391" y="9074258"/>
            <a:ext cx="6713906" cy="62644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5151"/>
              </a:lnSpc>
            </a:pPr>
            <a:r>
              <a:rPr lang="en-US" sz="3528" spc="409" dirty="0">
                <a:solidFill>
                  <a:srgbClr val="FFFFFF"/>
                </a:solidFill>
                <a:latin typeface="Yeseva One"/>
                <a:ea typeface="Yeseva One"/>
                <a:cs typeface="Yeseva One"/>
                <a:sym typeface="Yeseva One"/>
              </a:rPr>
              <a:t>January 04, 2026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9472574" y="1678432"/>
            <a:ext cx="8487242" cy="224586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9196"/>
              </a:lnSpc>
            </a:pPr>
            <a:r>
              <a:rPr lang="en-US" sz="5400" spc="717" dirty="0" err="1">
                <a:solidFill>
                  <a:srgbClr val="404040"/>
                </a:solidFill>
                <a:latin typeface="Yeseva One"/>
                <a:ea typeface="Yeseva One"/>
                <a:cs typeface="Yeseva One"/>
                <a:sym typeface="Yeseva One"/>
              </a:rPr>
              <a:t>Dakilang</a:t>
            </a:r>
            <a:r>
              <a:rPr lang="en-US" sz="5400" spc="717" dirty="0">
                <a:solidFill>
                  <a:srgbClr val="404040"/>
                </a:solidFill>
                <a:latin typeface="Yeseva One"/>
                <a:ea typeface="Yeseva One"/>
                <a:cs typeface="Yeseva One"/>
                <a:sym typeface="Yeseva One"/>
              </a:rPr>
              <a:t> </a:t>
            </a:r>
            <a:r>
              <a:rPr lang="en-US" sz="5400" spc="717" dirty="0" err="1">
                <a:solidFill>
                  <a:srgbClr val="404040"/>
                </a:solidFill>
                <a:latin typeface="Yeseva One"/>
                <a:ea typeface="Yeseva One"/>
                <a:cs typeface="Yeseva One"/>
                <a:sym typeface="Yeseva One"/>
              </a:rPr>
              <a:t>Kapistahan</a:t>
            </a:r>
            <a:r>
              <a:rPr lang="en-US" sz="5400" spc="717" dirty="0">
                <a:solidFill>
                  <a:srgbClr val="404040"/>
                </a:solidFill>
                <a:latin typeface="Yeseva One"/>
                <a:ea typeface="Yeseva One"/>
                <a:cs typeface="Yeseva One"/>
                <a:sym typeface="Yeseva One"/>
              </a:rPr>
              <a:t> ng 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9158748" y="4020781"/>
            <a:ext cx="8920763" cy="356111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9519"/>
              </a:lnSpc>
            </a:pPr>
            <a:r>
              <a:rPr lang="en-US" sz="6800" spc="808" dirty="0">
                <a:solidFill>
                  <a:srgbClr val="404040"/>
                </a:solidFill>
                <a:latin typeface="Bevan"/>
                <a:ea typeface="Bevan"/>
                <a:cs typeface="Bevan"/>
                <a:sym typeface="Bevan"/>
              </a:rPr>
              <a:t>PAGPAPAKITA NG PANGINOON</a:t>
            </a:r>
          </a:p>
        </p:txBody>
      </p:sp>
    </p:spTree>
    <p:extLst>
      <p:ext uri="{BB962C8B-B14F-4D97-AF65-F5344CB8AC3E}">
        <p14:creationId xmlns:p14="http://schemas.microsoft.com/office/powerpoint/2010/main" val="829188166"/>
      </p:ext>
    </p:extLst>
  </p:cSld>
  <p:clrMapOvr>
    <a:masterClrMapping/>
  </p:clrMapOvr>
</p:sld>
</file>

<file path=ppt/slides/slide1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C13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6196289" y="2783024"/>
            <a:ext cx="5895413" cy="353984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1713"/>
              </a:lnSpc>
            </a:pPr>
            <a:r>
              <a:rPr lang="en-US" sz="15509">
                <a:solidFill>
                  <a:srgbClr val="404040"/>
                </a:solidFill>
                <a:latin typeface="Fredoka"/>
                <a:ea typeface="Fredoka"/>
                <a:cs typeface="Fredoka"/>
                <a:sym typeface="Fredoka"/>
              </a:rPr>
              <a:t>AMEN</a:t>
            </a:r>
          </a:p>
        </p:txBody>
      </p:sp>
      <p:grpSp>
        <p:nvGrpSpPr>
          <p:cNvPr id="3" name="Group 3"/>
          <p:cNvGrpSpPr/>
          <p:nvPr/>
        </p:nvGrpSpPr>
        <p:grpSpPr>
          <a:xfrm>
            <a:off x="8153476" y="440817"/>
            <a:ext cx="1981009" cy="1981009"/>
            <a:chOff x="0" y="0"/>
            <a:chExt cx="2641346" cy="2641346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2641346" cy="2641346"/>
            </a:xfrm>
            <a:custGeom>
              <a:avLst/>
              <a:gdLst/>
              <a:ahLst/>
              <a:cxnLst/>
              <a:rect l="l" t="t" r="r" b="b"/>
              <a:pathLst>
                <a:path w="2641346" h="2641346">
                  <a:moveTo>
                    <a:pt x="0" y="0"/>
                  </a:moveTo>
                  <a:lnTo>
                    <a:pt x="2641346" y="0"/>
                  </a:lnTo>
                  <a:lnTo>
                    <a:pt x="2641346" y="2641346"/>
                  </a:lnTo>
                  <a:lnTo>
                    <a:pt x="0" y="264134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/>
              </a:stretch>
            </a:blipFill>
          </p:spPr>
        </p:sp>
      </p:grpSp>
    </p:spTree>
  </p:cSld>
  <p:clrMapOvr>
    <a:masterClrMapping/>
  </p:clrMapOvr>
</p:sld>
</file>

<file path=ppt/slides/slide1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C13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13008597" y="319192"/>
            <a:ext cx="1749809" cy="1559185"/>
            <a:chOff x="0" y="0"/>
            <a:chExt cx="2333079" cy="2078914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2333117" cy="2078863"/>
            </a:xfrm>
            <a:custGeom>
              <a:avLst/>
              <a:gdLst/>
              <a:ahLst/>
              <a:cxnLst/>
              <a:rect l="l" t="t" r="r" b="b"/>
              <a:pathLst>
                <a:path w="2333117" h="2078863">
                  <a:moveTo>
                    <a:pt x="0" y="0"/>
                  </a:moveTo>
                  <a:lnTo>
                    <a:pt x="2333117" y="0"/>
                  </a:lnTo>
                  <a:lnTo>
                    <a:pt x="2333117" y="2078863"/>
                  </a:lnTo>
                  <a:lnTo>
                    <a:pt x="0" y="207886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t="-6112" r="1" b="-6115"/>
              </a:stretch>
            </a:blipFill>
          </p:spPr>
        </p:sp>
      </p:grpSp>
      <p:grpSp>
        <p:nvGrpSpPr>
          <p:cNvPr id="4" name="Group 4"/>
          <p:cNvGrpSpPr/>
          <p:nvPr/>
        </p:nvGrpSpPr>
        <p:grpSpPr>
          <a:xfrm>
            <a:off x="16535400" y="8039100"/>
            <a:ext cx="2239232" cy="57150"/>
            <a:chOff x="0" y="0"/>
            <a:chExt cx="2985643" cy="76200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2985643" cy="76200"/>
            </a:xfrm>
            <a:custGeom>
              <a:avLst/>
              <a:gdLst/>
              <a:ahLst/>
              <a:cxnLst/>
              <a:rect l="l" t="t" r="r" b="b"/>
              <a:pathLst>
                <a:path w="2985643" h="76200">
                  <a:moveTo>
                    <a:pt x="0" y="25400"/>
                  </a:moveTo>
                  <a:lnTo>
                    <a:pt x="2985262" y="0"/>
                  </a:lnTo>
                  <a:lnTo>
                    <a:pt x="2985643" y="50800"/>
                  </a:lnTo>
                  <a:lnTo>
                    <a:pt x="508" y="76200"/>
                  </a:lnTo>
                  <a:close/>
                </a:path>
              </a:pathLst>
            </a:custGeom>
            <a:solidFill>
              <a:srgbClr val="FFFFFF"/>
            </a:solidFill>
            <a:ln w="12700">
              <a:solidFill>
                <a:srgbClr val="000000"/>
              </a:solidFill>
            </a:ln>
          </p:spPr>
        </p:sp>
      </p:grpSp>
      <p:grpSp>
        <p:nvGrpSpPr>
          <p:cNvPr id="6" name="Group 6"/>
          <p:cNvGrpSpPr/>
          <p:nvPr/>
        </p:nvGrpSpPr>
        <p:grpSpPr>
          <a:xfrm>
            <a:off x="8962168" y="8069990"/>
            <a:ext cx="2239232" cy="57150"/>
            <a:chOff x="0" y="0"/>
            <a:chExt cx="2985643" cy="76200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2985643" cy="76200"/>
            </a:xfrm>
            <a:custGeom>
              <a:avLst/>
              <a:gdLst/>
              <a:ahLst/>
              <a:cxnLst/>
              <a:rect l="l" t="t" r="r" b="b"/>
              <a:pathLst>
                <a:path w="2985643" h="76200">
                  <a:moveTo>
                    <a:pt x="0" y="25400"/>
                  </a:moveTo>
                  <a:lnTo>
                    <a:pt x="2985262" y="0"/>
                  </a:lnTo>
                  <a:lnTo>
                    <a:pt x="2985643" y="50800"/>
                  </a:lnTo>
                  <a:lnTo>
                    <a:pt x="508" y="76200"/>
                  </a:lnTo>
                  <a:close/>
                </a:path>
              </a:pathLst>
            </a:custGeom>
            <a:solidFill>
              <a:srgbClr val="FFFFFF"/>
            </a:solidFill>
            <a:ln w="12700">
              <a:solidFill>
                <a:srgbClr val="000000"/>
              </a:solidFill>
            </a:ln>
          </p:spPr>
        </p:sp>
      </p:grpSp>
      <p:grpSp>
        <p:nvGrpSpPr>
          <p:cNvPr id="8" name="Group 8"/>
          <p:cNvGrpSpPr/>
          <p:nvPr/>
        </p:nvGrpSpPr>
        <p:grpSpPr>
          <a:xfrm>
            <a:off x="10596582" y="8978570"/>
            <a:ext cx="6856286" cy="814578"/>
            <a:chOff x="0" y="0"/>
            <a:chExt cx="9141714" cy="1086104"/>
          </a:xfrm>
        </p:grpSpPr>
        <p:sp>
          <p:nvSpPr>
            <p:cNvPr id="9" name="Freeform 9"/>
            <p:cNvSpPr/>
            <p:nvPr/>
          </p:nvSpPr>
          <p:spPr>
            <a:xfrm>
              <a:off x="8509" y="8509"/>
              <a:ext cx="9129014" cy="1073404"/>
            </a:xfrm>
            <a:custGeom>
              <a:avLst/>
              <a:gdLst/>
              <a:ahLst/>
              <a:cxnLst/>
              <a:rect l="l" t="t" r="r" b="b"/>
              <a:pathLst>
                <a:path w="9129014" h="1073404">
                  <a:moveTo>
                    <a:pt x="0" y="0"/>
                  </a:moveTo>
                  <a:lnTo>
                    <a:pt x="9129014" y="0"/>
                  </a:lnTo>
                  <a:lnTo>
                    <a:pt x="9129014" y="1073404"/>
                  </a:lnTo>
                  <a:lnTo>
                    <a:pt x="0" y="1073404"/>
                  </a:lnTo>
                  <a:close/>
                </a:path>
              </a:pathLst>
            </a:custGeom>
            <a:solidFill>
              <a:srgbClr val="352C2F"/>
            </a:solidFill>
            <a:ln w="12700">
              <a:solidFill>
                <a:srgbClr val="000000"/>
              </a:solidFill>
            </a:ln>
          </p:spPr>
        </p:sp>
        <p:sp>
          <p:nvSpPr>
            <p:cNvPr id="10" name="Freeform 10"/>
            <p:cNvSpPr/>
            <p:nvPr/>
          </p:nvSpPr>
          <p:spPr>
            <a:xfrm>
              <a:off x="0" y="0"/>
              <a:ext cx="9146032" cy="1090422"/>
            </a:xfrm>
            <a:custGeom>
              <a:avLst/>
              <a:gdLst/>
              <a:ahLst/>
              <a:cxnLst/>
              <a:rect l="l" t="t" r="r" b="b"/>
              <a:pathLst>
                <a:path w="9146032" h="1090422">
                  <a:moveTo>
                    <a:pt x="8509" y="0"/>
                  </a:moveTo>
                  <a:lnTo>
                    <a:pt x="9137523" y="0"/>
                  </a:lnTo>
                  <a:cubicBezTo>
                    <a:pt x="9142222" y="0"/>
                    <a:pt x="9146032" y="3810"/>
                    <a:pt x="9146032" y="8509"/>
                  </a:cubicBezTo>
                  <a:lnTo>
                    <a:pt x="9146032" y="1081913"/>
                  </a:lnTo>
                  <a:cubicBezTo>
                    <a:pt x="9146032" y="1086612"/>
                    <a:pt x="9142222" y="1090422"/>
                    <a:pt x="9137523" y="1090422"/>
                  </a:cubicBezTo>
                  <a:lnTo>
                    <a:pt x="8509" y="1090422"/>
                  </a:lnTo>
                  <a:cubicBezTo>
                    <a:pt x="3810" y="1090422"/>
                    <a:pt x="0" y="1086612"/>
                    <a:pt x="0" y="1081913"/>
                  </a:cubicBezTo>
                  <a:lnTo>
                    <a:pt x="0" y="8509"/>
                  </a:lnTo>
                  <a:cubicBezTo>
                    <a:pt x="0" y="3810"/>
                    <a:pt x="3810" y="0"/>
                    <a:pt x="8509" y="0"/>
                  </a:cubicBezTo>
                  <a:moveTo>
                    <a:pt x="8509" y="16891"/>
                  </a:moveTo>
                  <a:lnTo>
                    <a:pt x="8509" y="8509"/>
                  </a:lnTo>
                  <a:lnTo>
                    <a:pt x="17018" y="8509"/>
                  </a:lnTo>
                  <a:lnTo>
                    <a:pt x="17018" y="1081913"/>
                  </a:lnTo>
                  <a:lnTo>
                    <a:pt x="8509" y="1081913"/>
                  </a:lnTo>
                  <a:lnTo>
                    <a:pt x="8509" y="1073404"/>
                  </a:lnTo>
                  <a:lnTo>
                    <a:pt x="9137523" y="1073404"/>
                  </a:lnTo>
                  <a:lnTo>
                    <a:pt x="9137523" y="1081913"/>
                  </a:lnTo>
                  <a:lnTo>
                    <a:pt x="9129014" y="1081913"/>
                  </a:lnTo>
                  <a:lnTo>
                    <a:pt x="9129014" y="8509"/>
                  </a:lnTo>
                  <a:lnTo>
                    <a:pt x="9137523" y="8509"/>
                  </a:lnTo>
                  <a:lnTo>
                    <a:pt x="9137523" y="17018"/>
                  </a:lnTo>
                  <a:lnTo>
                    <a:pt x="8509" y="17018"/>
                  </a:lnTo>
                  <a:close/>
                </a:path>
              </a:pathLst>
            </a:custGeom>
            <a:solidFill>
              <a:srgbClr val="000000"/>
            </a:solidFill>
            <a:ln w="12700">
              <a:solidFill>
                <a:srgbClr val="000000"/>
              </a:solidFill>
            </a:ln>
          </p:spPr>
        </p:sp>
      </p:grpSp>
      <p:sp>
        <p:nvSpPr>
          <p:cNvPr id="11" name="Freeform 11"/>
          <p:cNvSpPr/>
          <p:nvPr/>
        </p:nvSpPr>
        <p:spPr>
          <a:xfrm>
            <a:off x="0" y="0"/>
            <a:ext cx="8962168" cy="10976993"/>
          </a:xfrm>
          <a:custGeom>
            <a:avLst/>
            <a:gdLst/>
            <a:ahLst/>
            <a:cxnLst/>
            <a:rect l="l" t="t" r="r" b="b"/>
            <a:pathLst>
              <a:path w="8962168" h="10976993">
                <a:moveTo>
                  <a:pt x="0" y="0"/>
                </a:moveTo>
                <a:lnTo>
                  <a:pt x="8962168" y="0"/>
                </a:lnTo>
                <a:lnTo>
                  <a:pt x="8962168" y="10976993"/>
                </a:lnTo>
                <a:lnTo>
                  <a:pt x="0" y="10976993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t="-2086" b="-2086"/>
            </a:stretch>
          </a:blipFill>
        </p:spPr>
      </p:sp>
      <p:sp>
        <p:nvSpPr>
          <p:cNvPr id="12" name="TextBox 12"/>
          <p:cNvSpPr txBox="1"/>
          <p:nvPr/>
        </p:nvSpPr>
        <p:spPr>
          <a:xfrm>
            <a:off x="11351479" y="7701978"/>
            <a:ext cx="5064071" cy="67424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5401"/>
              </a:lnSpc>
            </a:pPr>
            <a:r>
              <a:rPr lang="en-US" sz="3800" spc="428" dirty="0">
                <a:solidFill>
                  <a:srgbClr val="404040"/>
                </a:solidFill>
                <a:latin typeface="Yeseva One"/>
                <a:ea typeface="Yeseva One"/>
                <a:cs typeface="Yeseva One"/>
                <a:sym typeface="Yeseva One"/>
              </a:rPr>
              <a:t>Mateo 2, 2-12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10669391" y="9074258"/>
            <a:ext cx="6713906" cy="62644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5151"/>
              </a:lnSpc>
            </a:pPr>
            <a:r>
              <a:rPr lang="en-US" sz="3528" spc="409" dirty="0">
                <a:solidFill>
                  <a:srgbClr val="FFFFFF"/>
                </a:solidFill>
                <a:latin typeface="Yeseva One"/>
                <a:ea typeface="Yeseva One"/>
                <a:cs typeface="Yeseva One"/>
                <a:sym typeface="Yeseva One"/>
              </a:rPr>
              <a:t>January 04, 2026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9472574" y="1678432"/>
            <a:ext cx="8487242" cy="224586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9196"/>
              </a:lnSpc>
            </a:pPr>
            <a:r>
              <a:rPr lang="en-US" sz="5400" spc="717" dirty="0" err="1">
                <a:solidFill>
                  <a:srgbClr val="404040"/>
                </a:solidFill>
                <a:latin typeface="Yeseva One"/>
                <a:ea typeface="Yeseva One"/>
                <a:cs typeface="Yeseva One"/>
                <a:sym typeface="Yeseva One"/>
              </a:rPr>
              <a:t>Dakilang</a:t>
            </a:r>
            <a:r>
              <a:rPr lang="en-US" sz="5400" spc="717" dirty="0">
                <a:solidFill>
                  <a:srgbClr val="404040"/>
                </a:solidFill>
                <a:latin typeface="Yeseva One"/>
                <a:ea typeface="Yeseva One"/>
                <a:cs typeface="Yeseva One"/>
                <a:sym typeface="Yeseva One"/>
              </a:rPr>
              <a:t> </a:t>
            </a:r>
            <a:r>
              <a:rPr lang="en-US" sz="5400" spc="717" dirty="0" err="1">
                <a:solidFill>
                  <a:srgbClr val="404040"/>
                </a:solidFill>
                <a:latin typeface="Yeseva One"/>
                <a:ea typeface="Yeseva One"/>
                <a:cs typeface="Yeseva One"/>
                <a:sym typeface="Yeseva One"/>
              </a:rPr>
              <a:t>Kapistahan</a:t>
            </a:r>
            <a:r>
              <a:rPr lang="en-US" sz="5400" spc="717" dirty="0">
                <a:solidFill>
                  <a:srgbClr val="404040"/>
                </a:solidFill>
                <a:latin typeface="Yeseva One"/>
                <a:ea typeface="Yeseva One"/>
                <a:cs typeface="Yeseva One"/>
                <a:sym typeface="Yeseva One"/>
              </a:rPr>
              <a:t> ng 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9158748" y="4020781"/>
            <a:ext cx="8920763" cy="356111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9519"/>
              </a:lnSpc>
            </a:pPr>
            <a:r>
              <a:rPr lang="en-US" sz="6800" spc="808" dirty="0">
                <a:solidFill>
                  <a:srgbClr val="404040"/>
                </a:solidFill>
                <a:latin typeface="Bevan"/>
                <a:ea typeface="Bevan"/>
                <a:cs typeface="Bevan"/>
                <a:sym typeface="Bevan"/>
              </a:rPr>
              <a:t>PAGPAPAKITA NG PANGINOON</a:t>
            </a:r>
          </a:p>
        </p:txBody>
      </p:sp>
    </p:spTree>
    <p:extLst>
      <p:ext uri="{BB962C8B-B14F-4D97-AF65-F5344CB8AC3E}">
        <p14:creationId xmlns:p14="http://schemas.microsoft.com/office/powerpoint/2010/main" val="2317328186"/>
      </p:ext>
    </p:extLst>
  </p:cSld>
  <p:clrMapOvr>
    <a:masterClrMapping/>
  </p:clrMapOvr>
</p:sld>
</file>

<file path=ppt/slides/slide1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C13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-433172" y="2435733"/>
            <a:ext cx="19154303" cy="74104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4700"/>
              </a:lnSpc>
            </a:pPr>
            <a:r>
              <a:rPr lang="en-US" sz="10500" spc="524" dirty="0">
                <a:solidFill>
                  <a:srgbClr val="404040"/>
                </a:solidFill>
                <a:latin typeface="Fredoka"/>
                <a:ea typeface="Fredoka"/>
                <a:cs typeface="Fredoka"/>
                <a:sym typeface="Fredoka"/>
              </a:rPr>
              <a:t>KUNIN AT TANGGAPIN ANG ALAY NA ITO, MGA BIYAYANG NAGMULA SA PAGPAPALA MO</a:t>
            </a:r>
          </a:p>
        </p:txBody>
      </p:sp>
      <p:grpSp>
        <p:nvGrpSpPr>
          <p:cNvPr id="3" name="Group 3"/>
          <p:cNvGrpSpPr/>
          <p:nvPr/>
        </p:nvGrpSpPr>
        <p:grpSpPr>
          <a:xfrm>
            <a:off x="8153476" y="440817"/>
            <a:ext cx="1981009" cy="1981009"/>
            <a:chOff x="0" y="0"/>
            <a:chExt cx="2641346" cy="2641346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2641346" cy="2641346"/>
            </a:xfrm>
            <a:custGeom>
              <a:avLst/>
              <a:gdLst/>
              <a:ahLst/>
              <a:cxnLst/>
              <a:rect l="l" t="t" r="r" b="b"/>
              <a:pathLst>
                <a:path w="2641346" h="2641346">
                  <a:moveTo>
                    <a:pt x="0" y="0"/>
                  </a:moveTo>
                  <a:lnTo>
                    <a:pt x="2641346" y="0"/>
                  </a:lnTo>
                  <a:lnTo>
                    <a:pt x="2641346" y="2641346"/>
                  </a:lnTo>
                  <a:lnTo>
                    <a:pt x="0" y="264134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/>
              </a:stretch>
            </a:blipFill>
          </p:spPr>
        </p:sp>
      </p:grpSp>
    </p:spTree>
  </p:cSld>
  <p:clrMapOvr>
    <a:masterClrMapping/>
  </p:clrMapOvr>
</p:sld>
</file>

<file path=ppt/slides/slide1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C13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-433172" y="2247900"/>
            <a:ext cx="19154303" cy="74104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4700"/>
              </a:lnSpc>
            </a:pPr>
            <a:r>
              <a:rPr lang="en-US" sz="10500" spc="524" dirty="0">
                <a:solidFill>
                  <a:srgbClr val="404040"/>
                </a:solidFill>
                <a:latin typeface="Fredoka"/>
                <a:ea typeface="Fredoka"/>
                <a:cs typeface="Fredoka"/>
                <a:sym typeface="Fredoka"/>
              </a:rPr>
              <a:t>TANDA NG BAWAT PUSO PAGKA'T INIBIG MO, NGAYO'Y NANANALIG NAGMAMAHAL SAYO.</a:t>
            </a:r>
          </a:p>
        </p:txBody>
      </p:sp>
      <p:grpSp>
        <p:nvGrpSpPr>
          <p:cNvPr id="3" name="Group 3"/>
          <p:cNvGrpSpPr/>
          <p:nvPr/>
        </p:nvGrpSpPr>
        <p:grpSpPr>
          <a:xfrm>
            <a:off x="8153476" y="440817"/>
            <a:ext cx="1981009" cy="1981009"/>
            <a:chOff x="0" y="0"/>
            <a:chExt cx="2641346" cy="2641346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2641346" cy="2641346"/>
            </a:xfrm>
            <a:custGeom>
              <a:avLst/>
              <a:gdLst/>
              <a:ahLst/>
              <a:cxnLst/>
              <a:rect l="l" t="t" r="r" b="b"/>
              <a:pathLst>
                <a:path w="2641346" h="2641346">
                  <a:moveTo>
                    <a:pt x="0" y="0"/>
                  </a:moveTo>
                  <a:lnTo>
                    <a:pt x="2641346" y="0"/>
                  </a:lnTo>
                  <a:lnTo>
                    <a:pt x="2641346" y="2641346"/>
                  </a:lnTo>
                  <a:lnTo>
                    <a:pt x="0" y="264134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/>
              </a:stretch>
            </a:blipFill>
          </p:spPr>
        </p:sp>
      </p:grpSp>
    </p:spTree>
  </p:cSld>
  <p:clrMapOvr>
    <a:masterClrMapping/>
  </p:clrMapOvr>
</p:sld>
</file>

<file path=ppt/slides/slide1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C13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578253" y="2231326"/>
            <a:ext cx="17131456" cy="701314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3927"/>
              </a:lnSpc>
            </a:pPr>
            <a:r>
              <a:rPr lang="en-US" sz="9948" spc="496">
                <a:solidFill>
                  <a:srgbClr val="404040"/>
                </a:solidFill>
                <a:latin typeface="Fredoka"/>
                <a:ea typeface="Fredoka"/>
                <a:cs typeface="Fredoka"/>
                <a:sym typeface="Fredoka"/>
              </a:rPr>
              <a:t>TINAPAY NA NAGMULA SA BUTIL NG TRIGO, PAGKAING NAGBIBIGAY NG BUHAY MO</a:t>
            </a:r>
          </a:p>
        </p:txBody>
      </p:sp>
      <p:grpSp>
        <p:nvGrpSpPr>
          <p:cNvPr id="3" name="Group 3"/>
          <p:cNvGrpSpPr/>
          <p:nvPr/>
        </p:nvGrpSpPr>
        <p:grpSpPr>
          <a:xfrm>
            <a:off x="8153476" y="440817"/>
            <a:ext cx="1981009" cy="1981009"/>
            <a:chOff x="0" y="0"/>
            <a:chExt cx="2641346" cy="2641346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2641346" cy="2641346"/>
            </a:xfrm>
            <a:custGeom>
              <a:avLst/>
              <a:gdLst/>
              <a:ahLst/>
              <a:cxnLst/>
              <a:rect l="l" t="t" r="r" b="b"/>
              <a:pathLst>
                <a:path w="2641346" h="2641346">
                  <a:moveTo>
                    <a:pt x="0" y="0"/>
                  </a:moveTo>
                  <a:lnTo>
                    <a:pt x="2641346" y="0"/>
                  </a:lnTo>
                  <a:lnTo>
                    <a:pt x="2641346" y="2641346"/>
                  </a:lnTo>
                  <a:lnTo>
                    <a:pt x="0" y="264134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/>
              </a:stretch>
            </a:blipFill>
          </p:spPr>
        </p:sp>
      </p:grpSp>
    </p:spTree>
  </p:cSld>
  <p:clrMapOvr>
    <a:masterClrMapping/>
  </p:clrMapOvr>
</p:sld>
</file>

<file path=ppt/slides/slide1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C13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578252" y="2858847"/>
            <a:ext cx="17131456" cy="701314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3927"/>
              </a:lnSpc>
            </a:pPr>
            <a:r>
              <a:rPr lang="en-US" sz="9948" spc="496" dirty="0">
                <a:solidFill>
                  <a:srgbClr val="404040"/>
                </a:solidFill>
                <a:latin typeface="Fredoka"/>
                <a:ea typeface="Fredoka"/>
                <a:cs typeface="Fredoka"/>
                <a:sym typeface="Fredoka"/>
              </a:rPr>
              <a:t>AT ALAK NA NAGMULA SA ISANG TANGKAY NG UBAS, INUMING NAGBIBIGAY LAKAS.</a:t>
            </a:r>
          </a:p>
        </p:txBody>
      </p:sp>
      <p:grpSp>
        <p:nvGrpSpPr>
          <p:cNvPr id="3" name="Group 3"/>
          <p:cNvGrpSpPr/>
          <p:nvPr/>
        </p:nvGrpSpPr>
        <p:grpSpPr>
          <a:xfrm>
            <a:off x="8153476" y="440817"/>
            <a:ext cx="1981009" cy="1981009"/>
            <a:chOff x="0" y="0"/>
            <a:chExt cx="2641346" cy="2641346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2641346" cy="2641346"/>
            </a:xfrm>
            <a:custGeom>
              <a:avLst/>
              <a:gdLst/>
              <a:ahLst/>
              <a:cxnLst/>
              <a:rect l="l" t="t" r="r" b="b"/>
              <a:pathLst>
                <a:path w="2641346" h="2641346">
                  <a:moveTo>
                    <a:pt x="0" y="0"/>
                  </a:moveTo>
                  <a:lnTo>
                    <a:pt x="2641346" y="0"/>
                  </a:lnTo>
                  <a:lnTo>
                    <a:pt x="2641346" y="2641346"/>
                  </a:lnTo>
                  <a:lnTo>
                    <a:pt x="0" y="264134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/>
              </a:stretch>
            </a:blipFill>
          </p:spPr>
        </p:sp>
      </p:grpSp>
    </p:spTree>
  </p:cSld>
  <p:clrMapOvr>
    <a:masterClrMapping/>
  </p:clrMapOvr>
</p:sld>
</file>

<file path=ppt/slides/slide1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C13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-433172" y="2414839"/>
            <a:ext cx="19154303" cy="74104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4700"/>
              </a:lnSpc>
            </a:pPr>
            <a:r>
              <a:rPr lang="en-US" sz="10500" spc="524" dirty="0">
                <a:solidFill>
                  <a:srgbClr val="404040"/>
                </a:solidFill>
                <a:latin typeface="Fredoka"/>
                <a:ea typeface="Fredoka"/>
                <a:cs typeface="Fredoka"/>
                <a:sym typeface="Fredoka"/>
              </a:rPr>
              <a:t>KUNIN AT TANGGAPIN ANG ALAY NA ITO, MGA BIYAYANG NAGMULA SA PAGPAPALA MO</a:t>
            </a:r>
          </a:p>
        </p:txBody>
      </p:sp>
      <p:grpSp>
        <p:nvGrpSpPr>
          <p:cNvPr id="3" name="Group 3"/>
          <p:cNvGrpSpPr/>
          <p:nvPr/>
        </p:nvGrpSpPr>
        <p:grpSpPr>
          <a:xfrm>
            <a:off x="8153476" y="440817"/>
            <a:ext cx="1981009" cy="1981009"/>
            <a:chOff x="0" y="0"/>
            <a:chExt cx="2641346" cy="2641346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2641346" cy="2641346"/>
            </a:xfrm>
            <a:custGeom>
              <a:avLst/>
              <a:gdLst/>
              <a:ahLst/>
              <a:cxnLst/>
              <a:rect l="l" t="t" r="r" b="b"/>
              <a:pathLst>
                <a:path w="2641346" h="2641346">
                  <a:moveTo>
                    <a:pt x="0" y="0"/>
                  </a:moveTo>
                  <a:lnTo>
                    <a:pt x="2641346" y="0"/>
                  </a:lnTo>
                  <a:lnTo>
                    <a:pt x="2641346" y="2641346"/>
                  </a:lnTo>
                  <a:lnTo>
                    <a:pt x="0" y="264134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/>
              </a:stretch>
            </a:blipFill>
          </p:spPr>
        </p:sp>
      </p:grpSp>
    </p:spTree>
  </p:cSld>
  <p:clrMapOvr>
    <a:masterClrMapping/>
  </p:clrMapOvr>
</p:sld>
</file>

<file path=ppt/slides/slide1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C13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-433172" y="2421826"/>
            <a:ext cx="19154303" cy="74104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4700"/>
              </a:lnSpc>
            </a:pPr>
            <a:r>
              <a:rPr lang="en-US" sz="10500" spc="524" dirty="0">
                <a:solidFill>
                  <a:srgbClr val="404040"/>
                </a:solidFill>
                <a:latin typeface="Fredoka"/>
                <a:ea typeface="Fredoka"/>
                <a:cs typeface="Fredoka"/>
                <a:sym typeface="Fredoka"/>
              </a:rPr>
              <a:t>TANDA NG BAWAT PUSO PAGKA'T INIBIG MO, NGAYO'Y NANANALIG NAGMAMAHAL SAYO.</a:t>
            </a:r>
          </a:p>
        </p:txBody>
      </p:sp>
      <p:grpSp>
        <p:nvGrpSpPr>
          <p:cNvPr id="3" name="Group 3"/>
          <p:cNvGrpSpPr/>
          <p:nvPr/>
        </p:nvGrpSpPr>
        <p:grpSpPr>
          <a:xfrm>
            <a:off x="8153476" y="440817"/>
            <a:ext cx="1981009" cy="1981009"/>
            <a:chOff x="0" y="0"/>
            <a:chExt cx="2641346" cy="2641346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2641346" cy="2641346"/>
            </a:xfrm>
            <a:custGeom>
              <a:avLst/>
              <a:gdLst/>
              <a:ahLst/>
              <a:cxnLst/>
              <a:rect l="l" t="t" r="r" b="b"/>
              <a:pathLst>
                <a:path w="2641346" h="2641346">
                  <a:moveTo>
                    <a:pt x="0" y="0"/>
                  </a:moveTo>
                  <a:lnTo>
                    <a:pt x="2641346" y="0"/>
                  </a:lnTo>
                  <a:lnTo>
                    <a:pt x="2641346" y="2641346"/>
                  </a:lnTo>
                  <a:lnTo>
                    <a:pt x="0" y="264134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/>
              </a:stretch>
            </a:blipFill>
          </p:spPr>
        </p:sp>
      </p:grpSp>
    </p:spTree>
  </p:cSld>
  <p:clrMapOvr>
    <a:masterClrMapping/>
  </p:clrMapOvr>
</p:sld>
</file>

<file path=ppt/slides/slide1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C13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13008597" y="319192"/>
            <a:ext cx="1749809" cy="1559185"/>
            <a:chOff x="0" y="0"/>
            <a:chExt cx="2333079" cy="2078914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2333117" cy="2078863"/>
            </a:xfrm>
            <a:custGeom>
              <a:avLst/>
              <a:gdLst/>
              <a:ahLst/>
              <a:cxnLst/>
              <a:rect l="l" t="t" r="r" b="b"/>
              <a:pathLst>
                <a:path w="2333117" h="2078863">
                  <a:moveTo>
                    <a:pt x="0" y="0"/>
                  </a:moveTo>
                  <a:lnTo>
                    <a:pt x="2333117" y="0"/>
                  </a:lnTo>
                  <a:lnTo>
                    <a:pt x="2333117" y="2078863"/>
                  </a:lnTo>
                  <a:lnTo>
                    <a:pt x="0" y="207886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t="-6112" r="1" b="-6115"/>
              </a:stretch>
            </a:blipFill>
          </p:spPr>
        </p:sp>
      </p:grpSp>
      <p:grpSp>
        <p:nvGrpSpPr>
          <p:cNvPr id="4" name="Group 4"/>
          <p:cNvGrpSpPr/>
          <p:nvPr/>
        </p:nvGrpSpPr>
        <p:grpSpPr>
          <a:xfrm>
            <a:off x="16535400" y="8039100"/>
            <a:ext cx="2239232" cy="57150"/>
            <a:chOff x="0" y="0"/>
            <a:chExt cx="2985643" cy="76200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2985643" cy="76200"/>
            </a:xfrm>
            <a:custGeom>
              <a:avLst/>
              <a:gdLst/>
              <a:ahLst/>
              <a:cxnLst/>
              <a:rect l="l" t="t" r="r" b="b"/>
              <a:pathLst>
                <a:path w="2985643" h="76200">
                  <a:moveTo>
                    <a:pt x="0" y="25400"/>
                  </a:moveTo>
                  <a:lnTo>
                    <a:pt x="2985262" y="0"/>
                  </a:lnTo>
                  <a:lnTo>
                    <a:pt x="2985643" y="50800"/>
                  </a:lnTo>
                  <a:lnTo>
                    <a:pt x="508" y="76200"/>
                  </a:lnTo>
                  <a:close/>
                </a:path>
              </a:pathLst>
            </a:custGeom>
            <a:solidFill>
              <a:srgbClr val="FFFFFF"/>
            </a:solidFill>
            <a:ln w="12700">
              <a:solidFill>
                <a:srgbClr val="000000"/>
              </a:solidFill>
            </a:ln>
          </p:spPr>
        </p:sp>
      </p:grpSp>
      <p:grpSp>
        <p:nvGrpSpPr>
          <p:cNvPr id="6" name="Group 6"/>
          <p:cNvGrpSpPr/>
          <p:nvPr/>
        </p:nvGrpSpPr>
        <p:grpSpPr>
          <a:xfrm>
            <a:off x="8962168" y="8069990"/>
            <a:ext cx="2239232" cy="57150"/>
            <a:chOff x="0" y="0"/>
            <a:chExt cx="2985643" cy="76200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2985643" cy="76200"/>
            </a:xfrm>
            <a:custGeom>
              <a:avLst/>
              <a:gdLst/>
              <a:ahLst/>
              <a:cxnLst/>
              <a:rect l="l" t="t" r="r" b="b"/>
              <a:pathLst>
                <a:path w="2985643" h="76200">
                  <a:moveTo>
                    <a:pt x="0" y="25400"/>
                  </a:moveTo>
                  <a:lnTo>
                    <a:pt x="2985262" y="0"/>
                  </a:lnTo>
                  <a:lnTo>
                    <a:pt x="2985643" y="50800"/>
                  </a:lnTo>
                  <a:lnTo>
                    <a:pt x="508" y="76200"/>
                  </a:lnTo>
                  <a:close/>
                </a:path>
              </a:pathLst>
            </a:custGeom>
            <a:solidFill>
              <a:srgbClr val="FFFFFF"/>
            </a:solidFill>
            <a:ln w="12700">
              <a:solidFill>
                <a:srgbClr val="000000"/>
              </a:solidFill>
            </a:ln>
          </p:spPr>
        </p:sp>
      </p:grpSp>
      <p:grpSp>
        <p:nvGrpSpPr>
          <p:cNvPr id="8" name="Group 8"/>
          <p:cNvGrpSpPr/>
          <p:nvPr/>
        </p:nvGrpSpPr>
        <p:grpSpPr>
          <a:xfrm>
            <a:off x="10596582" y="8978570"/>
            <a:ext cx="6856286" cy="814578"/>
            <a:chOff x="0" y="0"/>
            <a:chExt cx="9141714" cy="1086104"/>
          </a:xfrm>
        </p:grpSpPr>
        <p:sp>
          <p:nvSpPr>
            <p:cNvPr id="9" name="Freeform 9"/>
            <p:cNvSpPr/>
            <p:nvPr/>
          </p:nvSpPr>
          <p:spPr>
            <a:xfrm>
              <a:off x="8509" y="8509"/>
              <a:ext cx="9129014" cy="1073404"/>
            </a:xfrm>
            <a:custGeom>
              <a:avLst/>
              <a:gdLst/>
              <a:ahLst/>
              <a:cxnLst/>
              <a:rect l="l" t="t" r="r" b="b"/>
              <a:pathLst>
                <a:path w="9129014" h="1073404">
                  <a:moveTo>
                    <a:pt x="0" y="0"/>
                  </a:moveTo>
                  <a:lnTo>
                    <a:pt x="9129014" y="0"/>
                  </a:lnTo>
                  <a:lnTo>
                    <a:pt x="9129014" y="1073404"/>
                  </a:lnTo>
                  <a:lnTo>
                    <a:pt x="0" y="1073404"/>
                  </a:lnTo>
                  <a:close/>
                </a:path>
              </a:pathLst>
            </a:custGeom>
            <a:solidFill>
              <a:srgbClr val="352C2F"/>
            </a:solidFill>
            <a:ln w="12700">
              <a:solidFill>
                <a:srgbClr val="000000"/>
              </a:solidFill>
            </a:ln>
          </p:spPr>
        </p:sp>
        <p:sp>
          <p:nvSpPr>
            <p:cNvPr id="10" name="Freeform 10"/>
            <p:cNvSpPr/>
            <p:nvPr/>
          </p:nvSpPr>
          <p:spPr>
            <a:xfrm>
              <a:off x="0" y="0"/>
              <a:ext cx="9146032" cy="1090422"/>
            </a:xfrm>
            <a:custGeom>
              <a:avLst/>
              <a:gdLst/>
              <a:ahLst/>
              <a:cxnLst/>
              <a:rect l="l" t="t" r="r" b="b"/>
              <a:pathLst>
                <a:path w="9146032" h="1090422">
                  <a:moveTo>
                    <a:pt x="8509" y="0"/>
                  </a:moveTo>
                  <a:lnTo>
                    <a:pt x="9137523" y="0"/>
                  </a:lnTo>
                  <a:cubicBezTo>
                    <a:pt x="9142222" y="0"/>
                    <a:pt x="9146032" y="3810"/>
                    <a:pt x="9146032" y="8509"/>
                  </a:cubicBezTo>
                  <a:lnTo>
                    <a:pt x="9146032" y="1081913"/>
                  </a:lnTo>
                  <a:cubicBezTo>
                    <a:pt x="9146032" y="1086612"/>
                    <a:pt x="9142222" y="1090422"/>
                    <a:pt x="9137523" y="1090422"/>
                  </a:cubicBezTo>
                  <a:lnTo>
                    <a:pt x="8509" y="1090422"/>
                  </a:lnTo>
                  <a:cubicBezTo>
                    <a:pt x="3810" y="1090422"/>
                    <a:pt x="0" y="1086612"/>
                    <a:pt x="0" y="1081913"/>
                  </a:cubicBezTo>
                  <a:lnTo>
                    <a:pt x="0" y="8509"/>
                  </a:lnTo>
                  <a:cubicBezTo>
                    <a:pt x="0" y="3810"/>
                    <a:pt x="3810" y="0"/>
                    <a:pt x="8509" y="0"/>
                  </a:cubicBezTo>
                  <a:moveTo>
                    <a:pt x="8509" y="16891"/>
                  </a:moveTo>
                  <a:lnTo>
                    <a:pt x="8509" y="8509"/>
                  </a:lnTo>
                  <a:lnTo>
                    <a:pt x="17018" y="8509"/>
                  </a:lnTo>
                  <a:lnTo>
                    <a:pt x="17018" y="1081913"/>
                  </a:lnTo>
                  <a:lnTo>
                    <a:pt x="8509" y="1081913"/>
                  </a:lnTo>
                  <a:lnTo>
                    <a:pt x="8509" y="1073404"/>
                  </a:lnTo>
                  <a:lnTo>
                    <a:pt x="9137523" y="1073404"/>
                  </a:lnTo>
                  <a:lnTo>
                    <a:pt x="9137523" y="1081913"/>
                  </a:lnTo>
                  <a:lnTo>
                    <a:pt x="9129014" y="1081913"/>
                  </a:lnTo>
                  <a:lnTo>
                    <a:pt x="9129014" y="8509"/>
                  </a:lnTo>
                  <a:lnTo>
                    <a:pt x="9137523" y="8509"/>
                  </a:lnTo>
                  <a:lnTo>
                    <a:pt x="9137523" y="17018"/>
                  </a:lnTo>
                  <a:lnTo>
                    <a:pt x="8509" y="17018"/>
                  </a:lnTo>
                  <a:close/>
                </a:path>
              </a:pathLst>
            </a:custGeom>
            <a:solidFill>
              <a:srgbClr val="000000"/>
            </a:solidFill>
            <a:ln w="12700">
              <a:solidFill>
                <a:srgbClr val="000000"/>
              </a:solidFill>
            </a:ln>
          </p:spPr>
        </p:sp>
      </p:grpSp>
      <p:sp>
        <p:nvSpPr>
          <p:cNvPr id="11" name="Freeform 11"/>
          <p:cNvSpPr/>
          <p:nvPr/>
        </p:nvSpPr>
        <p:spPr>
          <a:xfrm>
            <a:off x="0" y="0"/>
            <a:ext cx="8962168" cy="10976993"/>
          </a:xfrm>
          <a:custGeom>
            <a:avLst/>
            <a:gdLst/>
            <a:ahLst/>
            <a:cxnLst/>
            <a:rect l="l" t="t" r="r" b="b"/>
            <a:pathLst>
              <a:path w="8962168" h="10976993">
                <a:moveTo>
                  <a:pt x="0" y="0"/>
                </a:moveTo>
                <a:lnTo>
                  <a:pt x="8962168" y="0"/>
                </a:lnTo>
                <a:lnTo>
                  <a:pt x="8962168" y="10976993"/>
                </a:lnTo>
                <a:lnTo>
                  <a:pt x="0" y="10976993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t="-2086" b="-2086"/>
            </a:stretch>
          </a:blipFill>
        </p:spPr>
      </p:sp>
      <p:sp>
        <p:nvSpPr>
          <p:cNvPr id="12" name="TextBox 12"/>
          <p:cNvSpPr txBox="1"/>
          <p:nvPr/>
        </p:nvSpPr>
        <p:spPr>
          <a:xfrm>
            <a:off x="11351479" y="7701978"/>
            <a:ext cx="5064071" cy="67424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5401"/>
              </a:lnSpc>
            </a:pPr>
            <a:r>
              <a:rPr lang="en-US" sz="3800" spc="428" dirty="0">
                <a:solidFill>
                  <a:srgbClr val="404040"/>
                </a:solidFill>
                <a:latin typeface="Yeseva One"/>
                <a:ea typeface="Yeseva One"/>
                <a:cs typeface="Yeseva One"/>
                <a:sym typeface="Yeseva One"/>
              </a:rPr>
              <a:t>Mateo 2, 2-12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10669391" y="9074258"/>
            <a:ext cx="6713906" cy="62644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5151"/>
              </a:lnSpc>
            </a:pPr>
            <a:r>
              <a:rPr lang="en-US" sz="3528" spc="409" dirty="0">
                <a:solidFill>
                  <a:srgbClr val="FFFFFF"/>
                </a:solidFill>
                <a:latin typeface="Yeseva One"/>
                <a:ea typeface="Yeseva One"/>
                <a:cs typeface="Yeseva One"/>
                <a:sym typeface="Yeseva One"/>
              </a:rPr>
              <a:t>January 04, 2026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9472574" y="1678432"/>
            <a:ext cx="8487242" cy="224586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9196"/>
              </a:lnSpc>
            </a:pPr>
            <a:r>
              <a:rPr lang="en-US" sz="5400" spc="717" dirty="0" err="1">
                <a:solidFill>
                  <a:srgbClr val="404040"/>
                </a:solidFill>
                <a:latin typeface="Yeseva One"/>
                <a:ea typeface="Yeseva One"/>
                <a:cs typeface="Yeseva One"/>
                <a:sym typeface="Yeseva One"/>
              </a:rPr>
              <a:t>Dakilang</a:t>
            </a:r>
            <a:r>
              <a:rPr lang="en-US" sz="5400" spc="717" dirty="0">
                <a:solidFill>
                  <a:srgbClr val="404040"/>
                </a:solidFill>
                <a:latin typeface="Yeseva One"/>
                <a:ea typeface="Yeseva One"/>
                <a:cs typeface="Yeseva One"/>
                <a:sym typeface="Yeseva One"/>
              </a:rPr>
              <a:t> </a:t>
            </a:r>
            <a:r>
              <a:rPr lang="en-US" sz="5400" spc="717" dirty="0" err="1">
                <a:solidFill>
                  <a:srgbClr val="404040"/>
                </a:solidFill>
                <a:latin typeface="Yeseva One"/>
                <a:ea typeface="Yeseva One"/>
                <a:cs typeface="Yeseva One"/>
                <a:sym typeface="Yeseva One"/>
              </a:rPr>
              <a:t>Kapistahan</a:t>
            </a:r>
            <a:r>
              <a:rPr lang="en-US" sz="5400" spc="717" dirty="0">
                <a:solidFill>
                  <a:srgbClr val="404040"/>
                </a:solidFill>
                <a:latin typeface="Yeseva One"/>
                <a:ea typeface="Yeseva One"/>
                <a:cs typeface="Yeseva One"/>
                <a:sym typeface="Yeseva One"/>
              </a:rPr>
              <a:t> ng 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9158748" y="4020781"/>
            <a:ext cx="8920763" cy="356111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9519"/>
              </a:lnSpc>
            </a:pPr>
            <a:r>
              <a:rPr lang="en-US" sz="6800" spc="808" dirty="0">
                <a:solidFill>
                  <a:srgbClr val="404040"/>
                </a:solidFill>
                <a:latin typeface="Bevan"/>
                <a:ea typeface="Bevan"/>
                <a:cs typeface="Bevan"/>
                <a:sym typeface="Bevan"/>
              </a:rPr>
              <a:t>PAGPAPAKITA NG PANGINOON</a:t>
            </a:r>
          </a:p>
        </p:txBody>
      </p:sp>
    </p:spTree>
    <p:extLst>
      <p:ext uri="{BB962C8B-B14F-4D97-AF65-F5344CB8AC3E}">
        <p14:creationId xmlns:p14="http://schemas.microsoft.com/office/powerpoint/2010/main" val="3339789485"/>
      </p:ext>
    </p:extLst>
  </p:cSld>
  <p:clrMapOvr>
    <a:masterClrMapping/>
  </p:clrMapOvr>
</p:sld>
</file>

<file path=ppt/slides/slide1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C13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6196289" y="2783024"/>
            <a:ext cx="5895413" cy="353984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1713"/>
              </a:lnSpc>
            </a:pPr>
            <a:r>
              <a:rPr lang="en-US" sz="15509">
                <a:solidFill>
                  <a:srgbClr val="404040"/>
                </a:solidFill>
                <a:latin typeface="Fredoka"/>
                <a:ea typeface="Fredoka"/>
                <a:cs typeface="Fredoka"/>
                <a:sym typeface="Fredoka"/>
              </a:rPr>
              <a:t>AMEN</a:t>
            </a:r>
          </a:p>
        </p:txBody>
      </p:sp>
      <p:grpSp>
        <p:nvGrpSpPr>
          <p:cNvPr id="3" name="Group 3"/>
          <p:cNvGrpSpPr/>
          <p:nvPr/>
        </p:nvGrpSpPr>
        <p:grpSpPr>
          <a:xfrm>
            <a:off x="8153476" y="440817"/>
            <a:ext cx="1981009" cy="1981009"/>
            <a:chOff x="0" y="0"/>
            <a:chExt cx="2641346" cy="2641346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2641346" cy="2641346"/>
            </a:xfrm>
            <a:custGeom>
              <a:avLst/>
              <a:gdLst/>
              <a:ahLst/>
              <a:cxnLst/>
              <a:rect l="l" t="t" r="r" b="b"/>
              <a:pathLst>
                <a:path w="2641346" h="2641346">
                  <a:moveTo>
                    <a:pt x="0" y="0"/>
                  </a:moveTo>
                  <a:lnTo>
                    <a:pt x="2641346" y="0"/>
                  </a:lnTo>
                  <a:lnTo>
                    <a:pt x="2641346" y="2641346"/>
                  </a:lnTo>
                  <a:lnTo>
                    <a:pt x="0" y="264134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/>
              </a:stretch>
            </a:blipFill>
          </p:spPr>
        </p:sp>
      </p:grpSp>
    </p:spTree>
  </p:cSld>
  <p:clrMapOvr>
    <a:masterClrMapping/>
  </p:clrMapOvr>
</p:sld>
</file>

<file path=ppt/slides/slide1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C13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860050" y="3181988"/>
            <a:ext cx="16567899" cy="293243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7920"/>
              </a:lnSpc>
            </a:pPr>
            <a:r>
              <a:rPr lang="en-US" sz="12800">
                <a:solidFill>
                  <a:srgbClr val="404040"/>
                </a:solidFill>
                <a:latin typeface="Fredoka"/>
                <a:ea typeface="Fredoka"/>
                <a:cs typeface="Fredoka"/>
                <a:sym typeface="Fredoka"/>
              </a:rPr>
              <a:t>SALAMAT SA DIYOS!</a:t>
            </a:r>
          </a:p>
        </p:txBody>
      </p:sp>
      <p:grpSp>
        <p:nvGrpSpPr>
          <p:cNvPr id="3" name="Group 3"/>
          <p:cNvGrpSpPr/>
          <p:nvPr/>
        </p:nvGrpSpPr>
        <p:grpSpPr>
          <a:xfrm>
            <a:off x="8153476" y="440817"/>
            <a:ext cx="1981009" cy="1981009"/>
            <a:chOff x="0" y="0"/>
            <a:chExt cx="2641346" cy="2641346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2641346" cy="2641346"/>
            </a:xfrm>
            <a:custGeom>
              <a:avLst/>
              <a:gdLst/>
              <a:ahLst/>
              <a:cxnLst/>
              <a:rect l="l" t="t" r="r" b="b"/>
              <a:pathLst>
                <a:path w="2641346" h="2641346">
                  <a:moveTo>
                    <a:pt x="0" y="0"/>
                  </a:moveTo>
                  <a:lnTo>
                    <a:pt x="2641346" y="0"/>
                  </a:lnTo>
                  <a:lnTo>
                    <a:pt x="2641346" y="2641346"/>
                  </a:lnTo>
                  <a:lnTo>
                    <a:pt x="0" y="264134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/>
              </a:stretch>
            </a:blipFill>
          </p:spPr>
        </p:sp>
      </p:grpSp>
    </p:spTree>
  </p:cSld>
  <p:clrMapOvr>
    <a:masterClrMapping/>
  </p:clrMapOvr>
</p:sld>
</file>

<file path=ppt/slides/slide1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C13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-914400" y="1456592"/>
            <a:ext cx="20269200" cy="808009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9898"/>
              </a:lnSpc>
            </a:pPr>
            <a:r>
              <a:rPr lang="en-US" sz="9800" spc="1466">
                <a:solidFill>
                  <a:srgbClr val="404040"/>
                </a:solidFill>
                <a:latin typeface="Fredoka"/>
                <a:ea typeface="Fredoka"/>
                <a:cs typeface="Fredoka"/>
                <a:sym typeface="Fredoka"/>
              </a:rPr>
              <a:t>WALANG SINUMAN ANG NABUBUHAY, PARA SA SARILI LAMANG</a:t>
            </a:r>
          </a:p>
        </p:txBody>
      </p:sp>
      <p:grpSp>
        <p:nvGrpSpPr>
          <p:cNvPr id="3" name="Group 3"/>
          <p:cNvGrpSpPr/>
          <p:nvPr/>
        </p:nvGrpSpPr>
        <p:grpSpPr>
          <a:xfrm>
            <a:off x="8153476" y="219151"/>
            <a:ext cx="1981009" cy="1981009"/>
            <a:chOff x="0" y="0"/>
            <a:chExt cx="2641346" cy="2641346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2641346" cy="2641346"/>
            </a:xfrm>
            <a:custGeom>
              <a:avLst/>
              <a:gdLst/>
              <a:ahLst/>
              <a:cxnLst/>
              <a:rect l="l" t="t" r="r" b="b"/>
              <a:pathLst>
                <a:path w="2641346" h="2641346">
                  <a:moveTo>
                    <a:pt x="0" y="0"/>
                  </a:moveTo>
                  <a:lnTo>
                    <a:pt x="2641346" y="0"/>
                  </a:lnTo>
                  <a:lnTo>
                    <a:pt x="2641346" y="2641346"/>
                  </a:lnTo>
                  <a:lnTo>
                    <a:pt x="0" y="264134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/>
              </a:stretch>
            </a:blipFill>
          </p:spPr>
        </p:sp>
      </p:grpSp>
      <p:sp>
        <p:nvSpPr>
          <p:cNvPr id="5" name="TextBox 5"/>
          <p:cNvSpPr txBox="1"/>
          <p:nvPr/>
        </p:nvSpPr>
        <p:spPr>
          <a:xfrm>
            <a:off x="-1409776" y="452380"/>
            <a:ext cx="9563243" cy="85927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964"/>
              </a:lnSpc>
            </a:pPr>
            <a:r>
              <a:rPr lang="en-US" sz="3400" spc="394">
                <a:solidFill>
                  <a:srgbClr val="404040"/>
                </a:solidFill>
                <a:latin typeface="Yeseva One"/>
                <a:ea typeface="Yeseva One"/>
                <a:cs typeface="Yeseva One"/>
                <a:sym typeface="Yeseva One"/>
              </a:rPr>
              <a:t>Pangwakas na Awit</a:t>
            </a:r>
          </a:p>
        </p:txBody>
      </p:sp>
    </p:spTree>
  </p:cSld>
  <p:clrMapOvr>
    <a:masterClrMapping/>
  </p:clrMapOvr>
</p:sld>
</file>

<file path=ppt/slides/slide1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C13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0" y="1449219"/>
            <a:ext cx="18288000" cy="808009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9898"/>
              </a:lnSpc>
            </a:pPr>
            <a:r>
              <a:rPr lang="en-US" sz="9800" spc="1466">
                <a:solidFill>
                  <a:srgbClr val="404040"/>
                </a:solidFill>
                <a:latin typeface="Fredoka"/>
                <a:ea typeface="Fredoka"/>
                <a:cs typeface="Fredoka"/>
                <a:sym typeface="Fredoka"/>
              </a:rPr>
              <a:t>WALANG SINUMAN ANG NAMAMATAY, PARA SA SARILI, LAMANG</a:t>
            </a:r>
          </a:p>
        </p:txBody>
      </p:sp>
      <p:grpSp>
        <p:nvGrpSpPr>
          <p:cNvPr id="3" name="Group 3"/>
          <p:cNvGrpSpPr/>
          <p:nvPr/>
        </p:nvGrpSpPr>
        <p:grpSpPr>
          <a:xfrm>
            <a:off x="8153476" y="219151"/>
            <a:ext cx="1981009" cy="1981009"/>
            <a:chOff x="0" y="0"/>
            <a:chExt cx="2641346" cy="2641346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2641346" cy="2641346"/>
            </a:xfrm>
            <a:custGeom>
              <a:avLst/>
              <a:gdLst/>
              <a:ahLst/>
              <a:cxnLst/>
              <a:rect l="l" t="t" r="r" b="b"/>
              <a:pathLst>
                <a:path w="2641346" h="2641346">
                  <a:moveTo>
                    <a:pt x="0" y="0"/>
                  </a:moveTo>
                  <a:lnTo>
                    <a:pt x="2641346" y="0"/>
                  </a:lnTo>
                  <a:lnTo>
                    <a:pt x="2641346" y="2641346"/>
                  </a:lnTo>
                  <a:lnTo>
                    <a:pt x="0" y="264134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/>
              </a:stretch>
            </a:blipFill>
          </p:spPr>
        </p:sp>
      </p:grpSp>
    </p:spTree>
  </p:cSld>
  <p:clrMapOvr>
    <a:masterClrMapping/>
  </p:clrMapOvr>
</p:sld>
</file>

<file path=ppt/slides/slide1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C13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0" y="1460897"/>
            <a:ext cx="18216134" cy="806104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9898"/>
              </a:lnSpc>
            </a:pPr>
            <a:r>
              <a:rPr lang="en-US" sz="9999" spc="1465">
                <a:solidFill>
                  <a:srgbClr val="404040"/>
                </a:solidFill>
                <a:latin typeface="Fredoka"/>
                <a:ea typeface="Fredoka"/>
                <a:cs typeface="Fredoka"/>
                <a:sym typeface="Fredoka"/>
              </a:rPr>
              <a:t>TAYONG LAHAT AY MAY PANANAGUTAN SA ISA’T ISA</a:t>
            </a:r>
          </a:p>
        </p:txBody>
      </p:sp>
      <p:grpSp>
        <p:nvGrpSpPr>
          <p:cNvPr id="3" name="Group 3"/>
          <p:cNvGrpSpPr/>
          <p:nvPr/>
        </p:nvGrpSpPr>
        <p:grpSpPr>
          <a:xfrm>
            <a:off x="8153476" y="219151"/>
            <a:ext cx="1981009" cy="1981009"/>
            <a:chOff x="0" y="0"/>
            <a:chExt cx="2641346" cy="2641346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2641346" cy="2641346"/>
            </a:xfrm>
            <a:custGeom>
              <a:avLst/>
              <a:gdLst/>
              <a:ahLst/>
              <a:cxnLst/>
              <a:rect l="l" t="t" r="r" b="b"/>
              <a:pathLst>
                <a:path w="2641346" h="2641346">
                  <a:moveTo>
                    <a:pt x="0" y="0"/>
                  </a:moveTo>
                  <a:lnTo>
                    <a:pt x="2641346" y="0"/>
                  </a:lnTo>
                  <a:lnTo>
                    <a:pt x="2641346" y="2641346"/>
                  </a:lnTo>
                  <a:lnTo>
                    <a:pt x="0" y="264134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/>
              </a:stretch>
            </a:blipFill>
          </p:spPr>
        </p:sp>
      </p:grpSp>
    </p:spTree>
  </p:cSld>
  <p:clrMapOvr>
    <a:masterClrMapping/>
  </p:clrMapOvr>
</p:sld>
</file>

<file path=ppt/slides/slide1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C13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12287" y="1426483"/>
            <a:ext cx="18216134" cy="806104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9898"/>
              </a:lnSpc>
            </a:pPr>
            <a:r>
              <a:rPr lang="en-US" sz="9999" spc="1465">
                <a:solidFill>
                  <a:srgbClr val="404040"/>
                </a:solidFill>
                <a:latin typeface="Fredoka"/>
                <a:ea typeface="Fredoka"/>
                <a:cs typeface="Fredoka"/>
                <a:sym typeface="Fredoka"/>
              </a:rPr>
              <a:t>TAYONG LAHAT AY TINIPON NG DIYOS, NA KAPILING NIYA.</a:t>
            </a:r>
          </a:p>
        </p:txBody>
      </p:sp>
      <p:grpSp>
        <p:nvGrpSpPr>
          <p:cNvPr id="3" name="Group 3"/>
          <p:cNvGrpSpPr/>
          <p:nvPr/>
        </p:nvGrpSpPr>
        <p:grpSpPr>
          <a:xfrm>
            <a:off x="8153476" y="219151"/>
            <a:ext cx="1981009" cy="1981009"/>
            <a:chOff x="0" y="0"/>
            <a:chExt cx="2641346" cy="2641346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2641346" cy="2641346"/>
            </a:xfrm>
            <a:custGeom>
              <a:avLst/>
              <a:gdLst/>
              <a:ahLst/>
              <a:cxnLst/>
              <a:rect l="l" t="t" r="r" b="b"/>
              <a:pathLst>
                <a:path w="2641346" h="2641346">
                  <a:moveTo>
                    <a:pt x="0" y="0"/>
                  </a:moveTo>
                  <a:lnTo>
                    <a:pt x="2641346" y="0"/>
                  </a:lnTo>
                  <a:lnTo>
                    <a:pt x="2641346" y="2641346"/>
                  </a:lnTo>
                  <a:lnTo>
                    <a:pt x="0" y="264134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/>
              </a:stretch>
            </a:blipFill>
          </p:spPr>
        </p:sp>
      </p:grpSp>
    </p:spTree>
  </p:cSld>
  <p:clrMapOvr>
    <a:masterClrMapping/>
  </p:clrMapOvr>
</p:sld>
</file>

<file path=ppt/slides/slide1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C13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13008597" y="319192"/>
            <a:ext cx="1749809" cy="1559185"/>
            <a:chOff x="0" y="0"/>
            <a:chExt cx="2333079" cy="2078914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2333117" cy="2078863"/>
            </a:xfrm>
            <a:custGeom>
              <a:avLst/>
              <a:gdLst/>
              <a:ahLst/>
              <a:cxnLst/>
              <a:rect l="l" t="t" r="r" b="b"/>
              <a:pathLst>
                <a:path w="2333117" h="2078863">
                  <a:moveTo>
                    <a:pt x="0" y="0"/>
                  </a:moveTo>
                  <a:lnTo>
                    <a:pt x="2333117" y="0"/>
                  </a:lnTo>
                  <a:lnTo>
                    <a:pt x="2333117" y="2078863"/>
                  </a:lnTo>
                  <a:lnTo>
                    <a:pt x="0" y="207886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t="-6112" r="1" b="-6115"/>
              </a:stretch>
            </a:blipFill>
          </p:spPr>
        </p:sp>
      </p:grpSp>
      <p:grpSp>
        <p:nvGrpSpPr>
          <p:cNvPr id="4" name="Group 4"/>
          <p:cNvGrpSpPr/>
          <p:nvPr/>
        </p:nvGrpSpPr>
        <p:grpSpPr>
          <a:xfrm>
            <a:off x="16535400" y="8039100"/>
            <a:ext cx="2239232" cy="57150"/>
            <a:chOff x="0" y="0"/>
            <a:chExt cx="2985643" cy="76200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2985643" cy="76200"/>
            </a:xfrm>
            <a:custGeom>
              <a:avLst/>
              <a:gdLst/>
              <a:ahLst/>
              <a:cxnLst/>
              <a:rect l="l" t="t" r="r" b="b"/>
              <a:pathLst>
                <a:path w="2985643" h="76200">
                  <a:moveTo>
                    <a:pt x="0" y="25400"/>
                  </a:moveTo>
                  <a:lnTo>
                    <a:pt x="2985262" y="0"/>
                  </a:lnTo>
                  <a:lnTo>
                    <a:pt x="2985643" y="50800"/>
                  </a:lnTo>
                  <a:lnTo>
                    <a:pt x="508" y="76200"/>
                  </a:lnTo>
                  <a:close/>
                </a:path>
              </a:pathLst>
            </a:custGeom>
            <a:solidFill>
              <a:srgbClr val="FFFFFF"/>
            </a:solidFill>
            <a:ln w="12700">
              <a:solidFill>
                <a:srgbClr val="000000"/>
              </a:solidFill>
            </a:ln>
          </p:spPr>
        </p:sp>
      </p:grpSp>
      <p:grpSp>
        <p:nvGrpSpPr>
          <p:cNvPr id="6" name="Group 6"/>
          <p:cNvGrpSpPr/>
          <p:nvPr/>
        </p:nvGrpSpPr>
        <p:grpSpPr>
          <a:xfrm>
            <a:off x="8962168" y="8069990"/>
            <a:ext cx="2239232" cy="57150"/>
            <a:chOff x="0" y="0"/>
            <a:chExt cx="2985643" cy="76200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2985643" cy="76200"/>
            </a:xfrm>
            <a:custGeom>
              <a:avLst/>
              <a:gdLst/>
              <a:ahLst/>
              <a:cxnLst/>
              <a:rect l="l" t="t" r="r" b="b"/>
              <a:pathLst>
                <a:path w="2985643" h="76200">
                  <a:moveTo>
                    <a:pt x="0" y="25400"/>
                  </a:moveTo>
                  <a:lnTo>
                    <a:pt x="2985262" y="0"/>
                  </a:lnTo>
                  <a:lnTo>
                    <a:pt x="2985643" y="50800"/>
                  </a:lnTo>
                  <a:lnTo>
                    <a:pt x="508" y="76200"/>
                  </a:lnTo>
                  <a:close/>
                </a:path>
              </a:pathLst>
            </a:custGeom>
            <a:solidFill>
              <a:srgbClr val="FFFFFF"/>
            </a:solidFill>
            <a:ln w="12700">
              <a:solidFill>
                <a:srgbClr val="000000"/>
              </a:solidFill>
            </a:ln>
          </p:spPr>
        </p:sp>
      </p:grpSp>
      <p:grpSp>
        <p:nvGrpSpPr>
          <p:cNvPr id="8" name="Group 8"/>
          <p:cNvGrpSpPr/>
          <p:nvPr/>
        </p:nvGrpSpPr>
        <p:grpSpPr>
          <a:xfrm>
            <a:off x="10596582" y="8978570"/>
            <a:ext cx="6856286" cy="814578"/>
            <a:chOff x="0" y="0"/>
            <a:chExt cx="9141714" cy="1086104"/>
          </a:xfrm>
        </p:grpSpPr>
        <p:sp>
          <p:nvSpPr>
            <p:cNvPr id="9" name="Freeform 9"/>
            <p:cNvSpPr/>
            <p:nvPr/>
          </p:nvSpPr>
          <p:spPr>
            <a:xfrm>
              <a:off x="8509" y="8509"/>
              <a:ext cx="9129014" cy="1073404"/>
            </a:xfrm>
            <a:custGeom>
              <a:avLst/>
              <a:gdLst/>
              <a:ahLst/>
              <a:cxnLst/>
              <a:rect l="l" t="t" r="r" b="b"/>
              <a:pathLst>
                <a:path w="9129014" h="1073404">
                  <a:moveTo>
                    <a:pt x="0" y="0"/>
                  </a:moveTo>
                  <a:lnTo>
                    <a:pt x="9129014" y="0"/>
                  </a:lnTo>
                  <a:lnTo>
                    <a:pt x="9129014" y="1073404"/>
                  </a:lnTo>
                  <a:lnTo>
                    <a:pt x="0" y="1073404"/>
                  </a:lnTo>
                  <a:close/>
                </a:path>
              </a:pathLst>
            </a:custGeom>
            <a:solidFill>
              <a:srgbClr val="352C2F"/>
            </a:solidFill>
            <a:ln w="12700">
              <a:solidFill>
                <a:srgbClr val="000000"/>
              </a:solidFill>
            </a:ln>
          </p:spPr>
        </p:sp>
        <p:sp>
          <p:nvSpPr>
            <p:cNvPr id="10" name="Freeform 10"/>
            <p:cNvSpPr/>
            <p:nvPr/>
          </p:nvSpPr>
          <p:spPr>
            <a:xfrm>
              <a:off x="0" y="0"/>
              <a:ext cx="9146032" cy="1090422"/>
            </a:xfrm>
            <a:custGeom>
              <a:avLst/>
              <a:gdLst/>
              <a:ahLst/>
              <a:cxnLst/>
              <a:rect l="l" t="t" r="r" b="b"/>
              <a:pathLst>
                <a:path w="9146032" h="1090422">
                  <a:moveTo>
                    <a:pt x="8509" y="0"/>
                  </a:moveTo>
                  <a:lnTo>
                    <a:pt x="9137523" y="0"/>
                  </a:lnTo>
                  <a:cubicBezTo>
                    <a:pt x="9142222" y="0"/>
                    <a:pt x="9146032" y="3810"/>
                    <a:pt x="9146032" y="8509"/>
                  </a:cubicBezTo>
                  <a:lnTo>
                    <a:pt x="9146032" y="1081913"/>
                  </a:lnTo>
                  <a:cubicBezTo>
                    <a:pt x="9146032" y="1086612"/>
                    <a:pt x="9142222" y="1090422"/>
                    <a:pt x="9137523" y="1090422"/>
                  </a:cubicBezTo>
                  <a:lnTo>
                    <a:pt x="8509" y="1090422"/>
                  </a:lnTo>
                  <a:cubicBezTo>
                    <a:pt x="3810" y="1090422"/>
                    <a:pt x="0" y="1086612"/>
                    <a:pt x="0" y="1081913"/>
                  </a:cubicBezTo>
                  <a:lnTo>
                    <a:pt x="0" y="8509"/>
                  </a:lnTo>
                  <a:cubicBezTo>
                    <a:pt x="0" y="3810"/>
                    <a:pt x="3810" y="0"/>
                    <a:pt x="8509" y="0"/>
                  </a:cubicBezTo>
                  <a:moveTo>
                    <a:pt x="8509" y="16891"/>
                  </a:moveTo>
                  <a:lnTo>
                    <a:pt x="8509" y="8509"/>
                  </a:lnTo>
                  <a:lnTo>
                    <a:pt x="17018" y="8509"/>
                  </a:lnTo>
                  <a:lnTo>
                    <a:pt x="17018" y="1081913"/>
                  </a:lnTo>
                  <a:lnTo>
                    <a:pt x="8509" y="1081913"/>
                  </a:lnTo>
                  <a:lnTo>
                    <a:pt x="8509" y="1073404"/>
                  </a:lnTo>
                  <a:lnTo>
                    <a:pt x="9137523" y="1073404"/>
                  </a:lnTo>
                  <a:lnTo>
                    <a:pt x="9137523" y="1081913"/>
                  </a:lnTo>
                  <a:lnTo>
                    <a:pt x="9129014" y="1081913"/>
                  </a:lnTo>
                  <a:lnTo>
                    <a:pt x="9129014" y="8509"/>
                  </a:lnTo>
                  <a:lnTo>
                    <a:pt x="9137523" y="8509"/>
                  </a:lnTo>
                  <a:lnTo>
                    <a:pt x="9137523" y="17018"/>
                  </a:lnTo>
                  <a:lnTo>
                    <a:pt x="8509" y="17018"/>
                  </a:lnTo>
                  <a:close/>
                </a:path>
              </a:pathLst>
            </a:custGeom>
            <a:solidFill>
              <a:srgbClr val="000000"/>
            </a:solidFill>
            <a:ln w="12700">
              <a:solidFill>
                <a:srgbClr val="000000"/>
              </a:solidFill>
            </a:ln>
          </p:spPr>
        </p:sp>
      </p:grpSp>
      <p:sp>
        <p:nvSpPr>
          <p:cNvPr id="11" name="Freeform 11"/>
          <p:cNvSpPr/>
          <p:nvPr/>
        </p:nvSpPr>
        <p:spPr>
          <a:xfrm>
            <a:off x="0" y="0"/>
            <a:ext cx="8962168" cy="10976993"/>
          </a:xfrm>
          <a:custGeom>
            <a:avLst/>
            <a:gdLst/>
            <a:ahLst/>
            <a:cxnLst/>
            <a:rect l="l" t="t" r="r" b="b"/>
            <a:pathLst>
              <a:path w="8962168" h="10976993">
                <a:moveTo>
                  <a:pt x="0" y="0"/>
                </a:moveTo>
                <a:lnTo>
                  <a:pt x="8962168" y="0"/>
                </a:lnTo>
                <a:lnTo>
                  <a:pt x="8962168" y="10976993"/>
                </a:lnTo>
                <a:lnTo>
                  <a:pt x="0" y="10976993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t="-2086" b="-2086"/>
            </a:stretch>
          </a:blipFill>
        </p:spPr>
      </p:sp>
      <p:sp>
        <p:nvSpPr>
          <p:cNvPr id="12" name="TextBox 12"/>
          <p:cNvSpPr txBox="1"/>
          <p:nvPr/>
        </p:nvSpPr>
        <p:spPr>
          <a:xfrm>
            <a:off x="11351479" y="7701978"/>
            <a:ext cx="5064071" cy="67424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5401"/>
              </a:lnSpc>
            </a:pPr>
            <a:r>
              <a:rPr lang="en-US" sz="3800" spc="428" dirty="0">
                <a:solidFill>
                  <a:srgbClr val="404040"/>
                </a:solidFill>
                <a:latin typeface="Yeseva One"/>
                <a:ea typeface="Yeseva One"/>
                <a:cs typeface="Yeseva One"/>
                <a:sym typeface="Yeseva One"/>
              </a:rPr>
              <a:t>Mateo 2, 2-12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10669391" y="9074258"/>
            <a:ext cx="6713906" cy="62644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5151"/>
              </a:lnSpc>
            </a:pPr>
            <a:r>
              <a:rPr lang="en-US" sz="3528" spc="409" dirty="0">
                <a:solidFill>
                  <a:srgbClr val="FFFFFF"/>
                </a:solidFill>
                <a:latin typeface="Yeseva One"/>
                <a:ea typeface="Yeseva One"/>
                <a:cs typeface="Yeseva One"/>
                <a:sym typeface="Yeseva One"/>
              </a:rPr>
              <a:t>January 04, 2026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9472574" y="1678432"/>
            <a:ext cx="8487242" cy="224586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9196"/>
              </a:lnSpc>
            </a:pPr>
            <a:r>
              <a:rPr lang="en-US" sz="5400" spc="717" dirty="0" err="1">
                <a:solidFill>
                  <a:srgbClr val="404040"/>
                </a:solidFill>
                <a:latin typeface="Yeseva One"/>
                <a:ea typeface="Yeseva One"/>
                <a:cs typeface="Yeseva One"/>
                <a:sym typeface="Yeseva One"/>
              </a:rPr>
              <a:t>Dakilang</a:t>
            </a:r>
            <a:r>
              <a:rPr lang="en-US" sz="5400" spc="717" dirty="0">
                <a:solidFill>
                  <a:srgbClr val="404040"/>
                </a:solidFill>
                <a:latin typeface="Yeseva One"/>
                <a:ea typeface="Yeseva One"/>
                <a:cs typeface="Yeseva One"/>
                <a:sym typeface="Yeseva One"/>
              </a:rPr>
              <a:t> </a:t>
            </a:r>
            <a:r>
              <a:rPr lang="en-US" sz="5400" spc="717" dirty="0" err="1">
                <a:solidFill>
                  <a:srgbClr val="404040"/>
                </a:solidFill>
                <a:latin typeface="Yeseva One"/>
                <a:ea typeface="Yeseva One"/>
                <a:cs typeface="Yeseva One"/>
                <a:sym typeface="Yeseva One"/>
              </a:rPr>
              <a:t>Kapistahan</a:t>
            </a:r>
            <a:r>
              <a:rPr lang="en-US" sz="5400" spc="717" dirty="0">
                <a:solidFill>
                  <a:srgbClr val="404040"/>
                </a:solidFill>
                <a:latin typeface="Yeseva One"/>
                <a:ea typeface="Yeseva One"/>
                <a:cs typeface="Yeseva One"/>
                <a:sym typeface="Yeseva One"/>
              </a:rPr>
              <a:t> ng 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9158748" y="4020781"/>
            <a:ext cx="8920763" cy="356111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9519"/>
              </a:lnSpc>
            </a:pPr>
            <a:r>
              <a:rPr lang="en-US" sz="6800" spc="808" dirty="0">
                <a:solidFill>
                  <a:srgbClr val="404040"/>
                </a:solidFill>
                <a:latin typeface="Bevan"/>
                <a:ea typeface="Bevan"/>
                <a:cs typeface="Bevan"/>
                <a:sym typeface="Bevan"/>
              </a:rPr>
              <a:t>PAGPAPAKITA NG PANGINOON</a:t>
            </a:r>
          </a:p>
        </p:txBody>
      </p:sp>
    </p:spTree>
    <p:extLst>
      <p:ext uri="{BB962C8B-B14F-4D97-AF65-F5344CB8AC3E}">
        <p14:creationId xmlns:p14="http://schemas.microsoft.com/office/powerpoint/2010/main" val="290501566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86</TotalTime>
  <Words>1354</Words>
  <Application>Microsoft Office PowerPoint</Application>
  <PresentationFormat>Custom</PresentationFormat>
  <Paragraphs>274</Paragraphs>
  <Slides>155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155</vt:i4>
      </vt:variant>
    </vt:vector>
  </HeadingPairs>
  <TitlesOfParts>
    <vt:vector size="161" baseType="lpstr">
      <vt:lpstr>Arial</vt:lpstr>
      <vt:lpstr>Fredoka</vt:lpstr>
      <vt:lpstr>Calibri</vt:lpstr>
      <vt:lpstr>Bevan</vt:lpstr>
      <vt:lpstr>Yeseva One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YELLOW.pptx</dc:title>
  <cp:lastModifiedBy>Mary Rose Domingo</cp:lastModifiedBy>
  <cp:revision>8</cp:revision>
  <dcterms:created xsi:type="dcterms:W3CDTF">2006-08-16T00:00:00Z</dcterms:created>
  <dcterms:modified xsi:type="dcterms:W3CDTF">2026-01-04T00:50:17Z</dcterms:modified>
  <dc:identifier>DAG9XdrM-pg</dc:identifier>
</cp:coreProperties>
</file>