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553" r:id="rId16"/>
    <p:sldId id="468" r:id="rId17"/>
    <p:sldId id="465" r:id="rId18"/>
    <p:sldId id="469" r:id="rId19"/>
    <p:sldId id="467" r:id="rId20"/>
    <p:sldId id="470" r:id="rId21"/>
    <p:sldId id="471" r:id="rId22"/>
    <p:sldId id="472" r:id="rId23"/>
    <p:sldId id="554" r:id="rId24"/>
    <p:sldId id="272" r:id="rId25"/>
    <p:sldId id="555" r:id="rId26"/>
    <p:sldId id="273" r:id="rId27"/>
    <p:sldId id="274" r:id="rId28"/>
    <p:sldId id="474" r:id="rId29"/>
    <p:sldId id="55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442" r:id="rId46"/>
    <p:sldId id="293" r:id="rId47"/>
    <p:sldId id="294" r:id="rId48"/>
    <p:sldId id="443" r:id="rId49"/>
    <p:sldId id="296" r:id="rId50"/>
    <p:sldId id="297" r:id="rId51"/>
    <p:sldId id="298" r:id="rId52"/>
    <p:sldId id="299" r:id="rId53"/>
    <p:sldId id="300" r:id="rId54"/>
    <p:sldId id="301" r:id="rId55"/>
    <p:sldId id="557" r:id="rId56"/>
    <p:sldId id="304" r:id="rId57"/>
    <p:sldId id="477" r:id="rId58"/>
    <p:sldId id="478" r:id="rId59"/>
    <p:sldId id="479" r:id="rId60"/>
    <p:sldId id="305" r:id="rId61"/>
    <p:sldId id="306" r:id="rId62"/>
    <p:sldId id="307" r:id="rId63"/>
    <p:sldId id="308" r:id="rId64"/>
    <p:sldId id="542" r:id="rId65"/>
    <p:sldId id="481" r:id="rId66"/>
    <p:sldId id="560" r:id="rId67"/>
    <p:sldId id="309" r:id="rId68"/>
    <p:sldId id="310" r:id="rId69"/>
    <p:sldId id="311" r:id="rId70"/>
    <p:sldId id="312" r:id="rId71"/>
    <p:sldId id="313" r:id="rId72"/>
    <p:sldId id="314" r:id="rId73"/>
    <p:sldId id="558" r:id="rId74"/>
    <p:sldId id="315" r:id="rId75"/>
    <p:sldId id="559" r:id="rId76"/>
    <p:sldId id="484" r:id="rId77"/>
    <p:sldId id="483" r:id="rId78"/>
    <p:sldId id="485" r:id="rId79"/>
    <p:sldId id="486" r:id="rId80"/>
    <p:sldId id="487" r:id="rId81"/>
    <p:sldId id="488" r:id="rId82"/>
    <p:sldId id="489" r:id="rId83"/>
    <p:sldId id="490" r:id="rId84"/>
    <p:sldId id="491" r:id="rId85"/>
    <p:sldId id="492" r:id="rId86"/>
    <p:sldId id="493" r:id="rId87"/>
    <p:sldId id="494" r:id="rId88"/>
    <p:sldId id="495" r:id="rId89"/>
    <p:sldId id="496" r:id="rId90"/>
    <p:sldId id="497" r:id="rId91"/>
    <p:sldId id="498" r:id="rId92"/>
    <p:sldId id="499" r:id="rId93"/>
    <p:sldId id="500" r:id="rId94"/>
    <p:sldId id="501" r:id="rId95"/>
    <p:sldId id="502" r:id="rId96"/>
    <p:sldId id="561" r:id="rId97"/>
    <p:sldId id="317" r:id="rId98"/>
    <p:sldId id="318" r:id="rId99"/>
    <p:sldId id="562" r:id="rId100"/>
    <p:sldId id="382" r:id="rId101"/>
    <p:sldId id="506" r:id="rId102"/>
    <p:sldId id="507" r:id="rId103"/>
    <p:sldId id="508" r:id="rId104"/>
    <p:sldId id="509" r:id="rId105"/>
    <p:sldId id="510" r:id="rId106"/>
    <p:sldId id="511" r:id="rId107"/>
    <p:sldId id="512" r:id="rId108"/>
    <p:sldId id="513" r:id="rId109"/>
    <p:sldId id="514" r:id="rId110"/>
    <p:sldId id="515" r:id="rId111"/>
    <p:sldId id="516" r:id="rId112"/>
    <p:sldId id="517" r:id="rId113"/>
    <p:sldId id="563" r:id="rId114"/>
    <p:sldId id="518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564" r:id="rId124"/>
    <p:sldId id="519" r:id="rId125"/>
    <p:sldId id="372" r:id="rId126"/>
    <p:sldId id="373" r:id="rId127"/>
    <p:sldId id="374" r:id="rId128"/>
    <p:sldId id="375" r:id="rId129"/>
    <p:sldId id="376" r:id="rId130"/>
    <p:sldId id="377" r:id="rId131"/>
    <p:sldId id="565" r:id="rId132"/>
    <p:sldId id="379" r:id="rId133"/>
    <p:sldId id="380" r:id="rId134"/>
    <p:sldId id="523" r:id="rId135"/>
    <p:sldId id="566" r:id="rId136"/>
    <p:sldId id="505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  <p:sldId id="400" r:id="rId155"/>
    <p:sldId id="401" r:id="rId156"/>
    <p:sldId id="402" r:id="rId157"/>
    <p:sldId id="403" r:id="rId158"/>
    <p:sldId id="404" r:id="rId159"/>
    <p:sldId id="407" r:id="rId160"/>
    <p:sldId id="567" r:id="rId161"/>
    <p:sldId id="319" r:id="rId162"/>
    <p:sldId id="526" r:id="rId163"/>
    <p:sldId id="320" r:id="rId164"/>
    <p:sldId id="321" r:id="rId165"/>
    <p:sldId id="322" r:id="rId166"/>
    <p:sldId id="323" r:id="rId167"/>
    <p:sldId id="324" r:id="rId168"/>
    <p:sldId id="325" r:id="rId169"/>
    <p:sldId id="326" r:id="rId170"/>
    <p:sldId id="458" r:id="rId171"/>
    <p:sldId id="459" r:id="rId172"/>
    <p:sldId id="462" r:id="rId173"/>
    <p:sldId id="463" r:id="rId174"/>
    <p:sldId id="327" r:id="rId175"/>
    <p:sldId id="328" r:id="rId176"/>
    <p:sldId id="329" r:id="rId177"/>
    <p:sldId id="330" r:id="rId178"/>
    <p:sldId id="460" r:id="rId179"/>
    <p:sldId id="461" r:id="rId180"/>
    <p:sldId id="331" r:id="rId181"/>
    <p:sldId id="332" r:id="rId182"/>
    <p:sldId id="568" r:id="rId183"/>
    <p:sldId id="342" r:id="rId184"/>
    <p:sldId id="569" r:id="rId185"/>
    <p:sldId id="528" r:id="rId186"/>
    <p:sldId id="530" r:id="rId187"/>
    <p:sldId id="531" r:id="rId188"/>
    <p:sldId id="532" r:id="rId189"/>
    <p:sldId id="533" r:id="rId190"/>
    <p:sldId id="570" r:id="rId191"/>
  </p:sldIdLst>
  <p:sldSz cx="18288000" cy="10287000"/>
  <p:notesSz cx="6858000" cy="9144000"/>
  <p:embeddedFontLst>
    <p:embeddedFont>
      <p:font typeface="Bevan" panose="020B0604020202020204" charset="0"/>
      <p:regular r:id="rId192"/>
    </p:embeddedFont>
    <p:embeddedFont>
      <p:font typeface="Calibri" panose="020F0502020204030204" pitchFamily="34" charset="0"/>
      <p:regular r:id="rId193"/>
      <p:bold r:id="rId194"/>
      <p:italic r:id="rId195"/>
      <p:boldItalic r:id="rId196"/>
    </p:embeddedFont>
    <p:embeddedFont>
      <p:font typeface="Fredoka" panose="020B0604020202020204" charset="0"/>
      <p:regular r:id="rId197"/>
    </p:embeddedFont>
    <p:embeddedFont>
      <p:font typeface="Yeseva One" panose="020B0604020202020204" charset="0"/>
      <p:regular r:id="rId19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22" autoAdjust="0"/>
  </p:normalViewPr>
  <p:slideViewPr>
    <p:cSldViewPr>
      <p:cViewPr varScale="1">
        <p:scale>
          <a:sx n="52" d="100"/>
          <a:sy n="52" d="100"/>
        </p:scale>
        <p:origin x="118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font" Target="fonts/font1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font" Target="fonts/font2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font" Target="fonts/font3.fntdata"/><Relationship Id="rId199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font" Target="fonts/font4.fntdata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font" Target="fonts/font5.fntdata"/><Relationship Id="rId200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font" Target="fonts/font6.fntdata"/><Relationship Id="rId201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font" Target="fonts/font7.fntdata"/><Relationship Id="rId202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543167" y="2333293"/>
            <a:ext cx="19374289" cy="555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799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  <a:p>
            <a:pPr algn="ctr">
              <a:lnSpc>
                <a:spcPts val="17511"/>
              </a:lnSpc>
            </a:pPr>
            <a:r>
              <a:rPr lang="en-US" sz="8799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409773" y="694309"/>
            <a:ext cx="9563246" cy="77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Pambungad na Awit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1772" y="2181225"/>
            <a:ext cx="17064412" cy="697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7898" spc="1153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SIMULAY, SINALOOB MO</a:t>
            </a:r>
          </a:p>
          <a:p>
            <a:pPr algn="ctr">
              <a:lnSpc>
                <a:spcPts val="15720"/>
              </a:lnSpc>
            </a:pPr>
            <a:r>
              <a:rPr lang="en-US" sz="7898" spc="116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O, D’YOS, KALIGTASAN NG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86289" y="1943100"/>
            <a:ext cx="20460578" cy="897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7898" spc="115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TAKDANG PANAHON AY TINAWAG MO,</a:t>
            </a:r>
          </a:p>
          <a:p>
            <a:pPr algn="ctr">
              <a:lnSpc>
                <a:spcPts val="15720"/>
              </a:lnSpc>
            </a:pPr>
            <a:r>
              <a:rPr lang="en-US" sz="7898" spc="115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ISANG BAYANG LINGKOD</a:t>
            </a:r>
          </a:p>
          <a:p>
            <a:pPr algn="ctr">
              <a:lnSpc>
                <a:spcPts val="15720"/>
              </a:lnSpc>
            </a:pPr>
            <a:r>
              <a:rPr lang="en-US" sz="7898" spc="1160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SA IYO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3" y="2202979"/>
            <a:ext cx="18557302" cy="555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799" spc="1284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  <a:p>
            <a:pPr algn="ctr">
              <a:lnSpc>
                <a:spcPts val="17511"/>
              </a:lnSpc>
            </a:pPr>
            <a:r>
              <a:rPr lang="en-US" sz="8799" spc="129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964172"/>
            <a:ext cx="16736777" cy="897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7898" spc="115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GABAY NG IYONG BAYANG HINIRANG</a:t>
            </a:r>
          </a:p>
          <a:p>
            <a:pPr algn="ctr">
              <a:lnSpc>
                <a:spcPts val="15720"/>
              </a:lnSpc>
            </a:pPr>
            <a:r>
              <a:rPr lang="en-US" sz="7898" spc="1160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PAG-ASA SA IYONG MESIYAS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8" y="2476500"/>
            <a:ext cx="16736777" cy="7084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8"/>
              </a:lnSpc>
            </a:pPr>
            <a:r>
              <a:rPr lang="en-US" sz="7998" spc="11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“EMMANUEL” ANG PANGALANG BIGAY SA KANIYA: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2552700"/>
            <a:ext cx="16736777" cy="44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8"/>
              </a:lnSpc>
            </a:pPr>
            <a:r>
              <a:rPr lang="en-US" sz="7998" spc="1174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NASA ATIN ANG D’YOS TUWINA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3" y="2032125"/>
            <a:ext cx="18557302" cy="555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799" spc="1284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  <a:p>
            <a:pPr algn="ctr">
              <a:lnSpc>
                <a:spcPts val="17511"/>
              </a:lnSpc>
            </a:pPr>
            <a:r>
              <a:rPr lang="en-US" sz="8799" spc="129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8" y="2400300"/>
            <a:ext cx="16736777" cy="697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7898" spc="115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ISINILANG SIYA NI MARIA</a:t>
            </a:r>
          </a:p>
          <a:p>
            <a:pPr algn="ctr">
              <a:lnSpc>
                <a:spcPts val="15720"/>
              </a:lnSpc>
            </a:pPr>
            <a:r>
              <a:rPr lang="en-US" sz="7898" spc="1160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BIRHENG TANGING, HIYAS NG JUDEA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612" y="2084080"/>
            <a:ext cx="16736777" cy="861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2"/>
              </a:lnSpc>
            </a:pPr>
            <a:r>
              <a:rPr lang="en-US" sz="7598" spc="1108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HESUS ANG PANGALANG BIGAY SA KANYA: </a:t>
            </a:r>
          </a:p>
          <a:p>
            <a:pPr algn="ctr">
              <a:lnSpc>
                <a:spcPts val="15122"/>
              </a:lnSpc>
            </a:pPr>
            <a:r>
              <a:rPr lang="en-US" sz="7598" spc="1116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“AMING D’YOS AY TAGA PAG-ADYA”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628900"/>
            <a:ext cx="18557302" cy="555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799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  <a:p>
            <a:pPr algn="ctr">
              <a:lnSpc>
                <a:spcPts val="17511"/>
              </a:lnSpc>
            </a:pPr>
            <a:r>
              <a:rPr lang="en-US" sz="8799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476500"/>
            <a:ext cx="18557302" cy="5555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799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  <a:p>
            <a:pPr algn="ctr">
              <a:lnSpc>
                <a:spcPts val="17511"/>
              </a:lnSpc>
            </a:pPr>
            <a:r>
              <a:rPr lang="en-US" sz="8799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HALINA HESUS, 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816000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476500"/>
            <a:ext cx="18557302" cy="641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IN</a:t>
            </a:r>
            <a:r>
              <a:rPr lang="en-US" sz="8800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AAMIN KO SA MAKAPANGYARIHANG DIYOS,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0650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235125"/>
            <a:ext cx="18557302" cy="641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INYO MGA KAPATID, </a:t>
            </a: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 LUBHA AKONG NAGKASALA</a:t>
            </a:r>
            <a:endParaRPr lang="en-US" sz="8800" spc="1292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6806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476500"/>
            <a:ext cx="18557302" cy="643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ISIP, SA SALITA, SA GAWA, </a:t>
            </a:r>
            <a:r>
              <a:rPr lang="en-US" sz="8800" spc="129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AKING PAGKUKULANG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22606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628900"/>
            <a:ext cx="18557302" cy="643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KAYA ISINASAMO KO SA MAHAL NA BIRHENG MARIA, </a:t>
            </a:r>
            <a:endParaRPr lang="en-US" sz="8800" spc="1292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716286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628900"/>
            <a:ext cx="18557302" cy="419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LAHAT NG MGA ANGHEL AT MGA BANAL</a:t>
            </a:r>
            <a:endParaRPr lang="en-US" sz="8800" spc="1292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34224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933700"/>
            <a:ext cx="18557302" cy="419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INYO MGA </a:t>
            </a:r>
          </a:p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KAPATID</a:t>
            </a:r>
            <a:endParaRPr lang="en-US" sz="8800" spc="1292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6379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74" y="2933700"/>
            <a:ext cx="18557302" cy="643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8800" spc="128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 AKO’Y IPANALANGIN SA PANGINOONG ATING DIYOS</a:t>
            </a:r>
            <a:endParaRPr lang="en-US" sz="8800" spc="1292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44735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796128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994686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3609975"/>
            <a:ext cx="16016411" cy="34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PANGINOON,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3533775"/>
            <a:ext cx="16016411" cy="34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3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KRISTO, </a:t>
            </a:r>
          </a:p>
          <a:p>
            <a:pPr algn="ctr">
              <a:lnSpc>
                <a:spcPts val="13576"/>
              </a:lnSpc>
            </a:pPr>
            <a:r>
              <a:rPr lang="en-US" sz="12600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3609975"/>
            <a:ext cx="16016411" cy="34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PANGINOON,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621219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953080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97" y="3346030"/>
            <a:ext cx="17152206" cy="425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5"/>
              </a:lnSpc>
            </a:pPr>
            <a:r>
              <a:rPr lang="en-US" sz="11500" spc="140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4798"/>
              </a:lnSpc>
            </a:pPr>
            <a:endParaRPr lang="en-US" sz="11500" spc="1401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4685"/>
              </a:lnSpc>
            </a:pPr>
            <a:r>
              <a:rPr lang="en-US" sz="11500" spc="1409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750406" y="771525"/>
            <a:ext cx="9563246" cy="77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Awit ng Papuri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619500"/>
            <a:ext cx="17152206" cy="350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2"/>
              </a:lnSpc>
            </a:pPr>
            <a:r>
              <a:rPr lang="en-US" sz="11500" spc="134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 </a:t>
            </a:r>
          </a:p>
          <a:p>
            <a:pPr algn="ctr">
              <a:lnSpc>
                <a:spcPts val="14072"/>
              </a:lnSpc>
            </a:pPr>
            <a:r>
              <a:rPr lang="en-US" sz="11500" spc="135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195460"/>
            <a:ext cx="17152206" cy="828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2"/>
              </a:lnSpc>
            </a:pPr>
            <a:r>
              <a:rPr lang="en-US" sz="9198" spc="134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LUPA’Y KAPAYAPAAN, </a:t>
            </a:r>
          </a:p>
          <a:p>
            <a:pPr algn="ctr">
              <a:lnSpc>
                <a:spcPts val="5427"/>
              </a:lnSpc>
            </a:pPr>
            <a:endParaRPr lang="en-US" sz="9198" spc="1343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4072"/>
              </a:lnSpc>
            </a:pPr>
            <a:r>
              <a:rPr lang="en-US" sz="9198" spc="135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LUPA’Y KAPAYAPAAN,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2385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MGA TAONG KINALULUGDAN</a:t>
            </a:r>
          </a:p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NIYA.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97" y="2226321"/>
            <a:ext cx="17152206" cy="774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PINUPURI KA NAMIN,</a:t>
            </a:r>
          </a:p>
          <a:p>
            <a:pPr algn="ctr">
              <a:lnSpc>
                <a:spcPts val="164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DINARANGAL KA NAMIN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912" y="2705100"/>
            <a:ext cx="17470130" cy="607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32"/>
              </a:lnSpc>
            </a:pPr>
            <a:r>
              <a:rPr lang="en-US" sz="96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SINASAMBA KA NAMIN, IPINAGBUBUNYI KA NAMIN,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323" y="3771900"/>
            <a:ext cx="18177326" cy="359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0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PINASASALAMATAN KA NAMIN.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0861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DAHIL SA DAKILA MONG ANGKING KAPURIHAN.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47" y="3162300"/>
            <a:ext cx="18288000" cy="364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1"/>
              </a:lnSpc>
            </a:pPr>
            <a:r>
              <a:rPr lang="en-US" sz="11300" spc="13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PANGINOONG DIYOS,</a:t>
            </a:r>
          </a:p>
          <a:p>
            <a:pPr algn="ctr">
              <a:lnSpc>
                <a:spcPts val="14651"/>
              </a:lnSpc>
            </a:pPr>
            <a:r>
              <a:rPr lang="en-US" sz="11300" spc="140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HARI NG LANGIT,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3" y="2705100"/>
            <a:ext cx="18288000" cy="55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1"/>
              </a:lnSpc>
            </a:pPr>
            <a:r>
              <a:rPr lang="en-US" sz="11300" spc="140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DIYOS AMANG MAKAPANGYARIHAN SA LAHAT.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554028"/>
            <a:ext cx="18288000" cy="619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1"/>
              </a:lnSpc>
            </a:pPr>
            <a:r>
              <a:rPr lang="en-US" sz="11300" spc="13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PANGINOONG HESUKRISTO,</a:t>
            </a:r>
          </a:p>
          <a:p>
            <a:pPr algn="ctr">
              <a:lnSpc>
                <a:spcPts val="5171"/>
              </a:lnSpc>
            </a:pPr>
            <a:r>
              <a:rPr lang="en-US" sz="11300" spc="13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ctr">
              <a:lnSpc>
                <a:spcPts val="14651"/>
              </a:lnSpc>
            </a:pPr>
            <a:r>
              <a:rPr lang="en-US" sz="11300" spc="140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BUGTONG NA ANAK,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3" y="2554063"/>
            <a:ext cx="18288000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1"/>
              </a:lnSpc>
            </a:pPr>
            <a:r>
              <a:rPr lang="en-US" sz="11300" spc="144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PANGINOONG DIYOS,</a:t>
            </a:r>
          </a:p>
          <a:p>
            <a:pPr algn="ctr">
              <a:lnSpc>
                <a:spcPts val="11394"/>
              </a:lnSpc>
            </a:pPr>
            <a:endParaRPr lang="en-US" sz="11300" spc="1441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1751"/>
              </a:lnSpc>
            </a:pPr>
            <a:r>
              <a:rPr lang="en-US" sz="11300" spc="144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KORDERO NG DIYOS,</a:t>
            </a:r>
          </a:p>
          <a:p>
            <a:pPr algn="ctr">
              <a:lnSpc>
                <a:spcPts val="11751"/>
              </a:lnSpc>
            </a:pPr>
            <a:r>
              <a:rPr lang="en-US" sz="11300" spc="145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ANAK NG AMA.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236080"/>
            <a:ext cx="17152206" cy="7261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6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6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6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 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933700"/>
            <a:ext cx="17152206" cy="540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00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IKAW NA NAG AALIS,</a:t>
            </a:r>
          </a:p>
          <a:p>
            <a:pPr algn="ctr">
              <a:lnSpc>
                <a:spcPts val="14532"/>
              </a:lnSpc>
            </a:pPr>
            <a:r>
              <a:rPr lang="en-US" sz="100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 MGA KASALANAN NG SANLIBUTAN.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2385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KA,</a:t>
            </a:r>
          </a:p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KA, SA AMIN.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933700"/>
            <a:ext cx="17152206" cy="540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00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IKAW NA NAG AALIS,</a:t>
            </a:r>
          </a:p>
          <a:p>
            <a:pPr algn="ctr">
              <a:lnSpc>
                <a:spcPts val="14532"/>
              </a:lnSpc>
            </a:pPr>
            <a:r>
              <a:rPr lang="en-US" sz="100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 MGA KASALANAN NG SANLIBUTAN.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903436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5" y="1948078"/>
            <a:ext cx="17152206" cy="812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67"/>
              </a:lnSpc>
            </a:pPr>
            <a:r>
              <a:rPr lang="en-US" sz="8997" spc="131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TANGGAPIN MO ANG AMING KAHILINGAN,</a:t>
            </a:r>
          </a:p>
          <a:p>
            <a:pPr algn="ctr">
              <a:lnSpc>
                <a:spcPts val="5578"/>
              </a:lnSpc>
            </a:pPr>
            <a:endParaRPr lang="en-US" sz="8997" spc="1313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3767"/>
              </a:lnSpc>
            </a:pPr>
            <a:r>
              <a:rPr lang="en-US" sz="8997" spc="1322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TANGGAPIN MO ANG AMING KAHILINGAN.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1623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IKAW NA NALULUKLOK SA KANAN NG AMA.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2385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KA,</a:t>
            </a:r>
          </a:p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KA, SA AMIN.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86356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019300"/>
            <a:ext cx="17152206" cy="78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498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 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200157"/>
            <a:ext cx="17152206" cy="7261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6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SAPAGKAT IKAW LAMANG ANG AMA,</a:t>
            </a:r>
          </a:p>
          <a:p>
            <a:pPr algn="ctr">
              <a:lnSpc>
                <a:spcPts val="14532"/>
              </a:lnSpc>
            </a:pPr>
            <a:r>
              <a:rPr lang="en-US" sz="96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ANG KATAAS 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3147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IKAW LAMANG O HESUKRISTO,</a:t>
            </a:r>
          </a:p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PANGINOON.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857500"/>
            <a:ext cx="17152206" cy="54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115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KASAMA NG ESPIRITU SANTO,</a:t>
            </a:r>
          </a:p>
          <a:p>
            <a:pPr algn="ctr">
              <a:lnSpc>
                <a:spcPts val="14532"/>
              </a:lnSpc>
            </a:pPr>
            <a:r>
              <a:rPr lang="en-US" sz="115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KADAKILAAN,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781300"/>
            <a:ext cx="17152206" cy="600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6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 DIYOS AMA, </a:t>
            </a:r>
          </a:p>
          <a:p>
            <a:pPr algn="ctr">
              <a:lnSpc>
                <a:spcPts val="14532"/>
              </a:lnSpc>
            </a:pPr>
            <a:r>
              <a:rPr lang="en-US" sz="9600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AMEN.</a:t>
            </a:r>
          </a:p>
          <a:p>
            <a:pPr algn="ctr">
              <a:lnSpc>
                <a:spcPts val="4749"/>
              </a:lnSpc>
            </a:pPr>
            <a:endParaRPr lang="en-US" sz="9600" spc="1386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4532"/>
              </a:lnSpc>
            </a:pPr>
            <a:r>
              <a:rPr lang="en-US" sz="9600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 DIYOS AMA, AMEN.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200157"/>
            <a:ext cx="17152206" cy="78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</a:t>
            </a:r>
          </a:p>
          <a:p>
            <a:pPr algn="ctr">
              <a:lnSpc>
                <a:spcPts val="14532"/>
              </a:lnSpc>
            </a:pPr>
            <a:r>
              <a:rPr lang="en-US" sz="9498" spc="139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DIYOS, 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1554982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9729" y="3732987"/>
            <a:ext cx="8908543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200157"/>
            <a:ext cx="17152206" cy="725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PURIHIN AT IPAGDANGAL ANG ATING POONG MAYKAPAL</a:t>
            </a:r>
            <a:endParaRPr lang="en-US" sz="9498" spc="1395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646960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2781300"/>
            <a:ext cx="17152206" cy="5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AMA NA BUKAL NG BUHAY, ANAK NA SIYA NATING DAAN, </a:t>
            </a:r>
            <a:endParaRPr lang="en-US" sz="9498" spc="1395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529779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74" y="3238500"/>
            <a:ext cx="17152206" cy="353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2"/>
              </a:lnSpc>
            </a:pPr>
            <a:r>
              <a:rPr lang="en-US" sz="9498" spc="138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ESPIRITUNG ATING TANGLAW</a:t>
            </a:r>
            <a:endParaRPr lang="en-US" sz="9498" spc="1395" dirty="0">
              <a:solidFill>
                <a:srgbClr val="352C2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7563700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476500"/>
            <a:ext cx="16016411" cy="693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PAGPAPAHAYAG</a:t>
            </a:r>
          </a:p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NG </a:t>
            </a:r>
          </a:p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SALITA 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094" y="-529590"/>
            <a:ext cx="18583180" cy="11041379"/>
            <a:chOff x="0" y="0"/>
            <a:chExt cx="24777573" cy="14721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86000" y="457871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0600" y="666750"/>
            <a:ext cx="8686800" cy="206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5325" spc="781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UNANG PAGBASA</a:t>
            </a:r>
          </a:p>
          <a:p>
            <a:pPr algn="ctr">
              <a:lnSpc>
                <a:spcPts val="7062"/>
              </a:lnSpc>
            </a:pPr>
            <a:r>
              <a:rPr lang="en-US" sz="2825" spc="415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( </a:t>
            </a:r>
            <a:r>
              <a:rPr lang="en-US" sz="2825" spc="415" dirty="0" err="1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Bilang</a:t>
            </a:r>
            <a:r>
              <a:rPr lang="en-US" sz="2825" spc="415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 6, 22 – 27 )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6290" y="3427979"/>
            <a:ext cx="16016411" cy="32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1500" spc="144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MULA SA AKLAT NG MGA BILANG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C2EA9DF2-5198-4BFC-ADE6-2F1C995CDBF2}"/>
              </a:ext>
            </a:extLst>
          </p:cNvPr>
          <p:cNvGrpSpPr/>
          <p:nvPr/>
        </p:nvGrpSpPr>
        <p:grpSpPr>
          <a:xfrm>
            <a:off x="-147590" y="-377190"/>
            <a:ext cx="18583180" cy="11041379"/>
            <a:chOff x="0" y="0"/>
            <a:chExt cx="24777573" cy="14721839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3ADA442-70BD-44D4-9738-57AE30BFABF5}"/>
                </a:ext>
              </a:extLst>
            </p:cNvPr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4" y="2658616"/>
            <a:ext cx="16016411" cy="611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SALAMAT </a:t>
            </a:r>
          </a:p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</a:t>
            </a:r>
          </a:p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DIYOS.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448" y="2979699"/>
            <a:ext cx="17470129" cy="629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71"/>
              </a:lnSpc>
            </a:pPr>
            <a:r>
              <a:rPr lang="en-US" sz="9000" spc="120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KAMI’Y IYONG KAAWAAN, PAGPALAIN, POONG MAHAL.</a:t>
            </a:r>
          </a:p>
        </p:txBody>
      </p:sp>
      <p:sp>
        <p:nvSpPr>
          <p:cNvPr id="3" name="Freeform 3"/>
          <p:cNvSpPr/>
          <p:nvPr/>
        </p:nvSpPr>
        <p:spPr>
          <a:xfrm>
            <a:off x="2257735" y="302760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35795" y="676275"/>
            <a:ext cx="16016411" cy="189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6"/>
              </a:lnSpc>
            </a:pPr>
            <a:r>
              <a:rPr lang="en-US" sz="5224" spc="765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SALMONG TUGUNAN:</a:t>
            </a:r>
          </a:p>
          <a:p>
            <a:pPr algn="ctr">
              <a:lnSpc>
                <a:spcPts val="5151"/>
              </a:lnSpc>
            </a:pPr>
            <a:r>
              <a:rPr lang="en-US" sz="2724" spc="398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( Salmo 66, 2-3. 5. 6 at 8 )</a:t>
            </a:r>
            <a:endParaRPr lang="en-US" sz="2724" i="1" spc="398" dirty="0">
              <a:solidFill>
                <a:srgbClr val="2F2C36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094" y="350521"/>
            <a:ext cx="18583180" cy="11041379"/>
            <a:chOff x="0" y="0"/>
            <a:chExt cx="24777573" cy="14721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86000" y="457871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0600" y="666750"/>
            <a:ext cx="9372600" cy="2068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5325" spc="781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IKALAWANG PAGBASA</a:t>
            </a:r>
          </a:p>
          <a:p>
            <a:pPr algn="ctr">
              <a:lnSpc>
                <a:spcPts val="7062"/>
              </a:lnSpc>
            </a:pPr>
            <a:r>
              <a:rPr lang="en-US" sz="2825" spc="415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( </a:t>
            </a:r>
            <a:r>
              <a:rPr lang="en-US" sz="2825" spc="415" dirty="0" err="1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Galacia</a:t>
            </a:r>
            <a:r>
              <a:rPr lang="en-US" sz="2825" spc="415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 4, 4 – 7 )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023507"/>
            <a:ext cx="18059400" cy="4742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8800" spc="144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MULA SA SULAT NI APOSTOL SAN PABLO SA MGA TAGA-GALACIA</a:t>
            </a:r>
          </a:p>
        </p:txBody>
      </p:sp>
    </p:spTree>
    <p:extLst>
      <p:ext uri="{BB962C8B-B14F-4D97-AF65-F5344CB8AC3E}">
        <p14:creationId xmlns:p14="http://schemas.microsoft.com/office/powerpoint/2010/main" val="40401200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4" y="2658616"/>
            <a:ext cx="16016411" cy="611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SALAMAT </a:t>
            </a:r>
          </a:p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</a:t>
            </a:r>
          </a:p>
          <a:p>
            <a:pPr algn="ctr">
              <a:lnSpc>
                <a:spcPts val="15641"/>
              </a:lnSpc>
            </a:pPr>
            <a:r>
              <a:rPr lang="en-US" sz="12124" spc="178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DIYOS.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686244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3947034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77" y="1391071"/>
            <a:ext cx="16230601" cy="960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2"/>
              </a:lnSpc>
            </a:pPr>
            <a:r>
              <a:rPr lang="en-US" sz="8341" spc="122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HANAPIN MO ANG KAHARIAN NG DIYOS,</a:t>
            </a:r>
          </a:p>
          <a:p>
            <a:pPr algn="ctr">
              <a:lnSpc>
                <a:spcPts val="16852"/>
              </a:lnSpc>
            </a:pPr>
            <a:r>
              <a:rPr lang="en-US" sz="8341" spc="1225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ANG KANIYANG KALOOBAN,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5358" y="377253"/>
            <a:ext cx="2507933" cy="95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6"/>
              </a:lnSpc>
            </a:pPr>
            <a:r>
              <a:rPr lang="en-US" sz="4100" spc="475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Alleluia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3" y="57761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531" y="2095500"/>
            <a:ext cx="16992891" cy="766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9"/>
              </a:lnSpc>
            </a:pPr>
            <a:r>
              <a:rPr lang="en-US" sz="9124" spc="134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ANG LAHAT AY IBIBIGAY SAYO,</a:t>
            </a:r>
          </a:p>
          <a:p>
            <a:pPr algn="ctr">
              <a:lnSpc>
                <a:spcPts val="17429"/>
              </a:lnSpc>
            </a:pPr>
            <a:r>
              <a:rPr lang="en-US" sz="9124" spc="134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ALLELU- , ALLELUIA.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4151135"/>
            <a:ext cx="16016411" cy="1794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SUMAIYO RIN.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4" y="3218452"/>
            <a:ext cx="16016411" cy="36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PAPURI SA IYO, PANGINOON.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094" y="-529590"/>
            <a:ext cx="18583180" cy="11041379"/>
            <a:chOff x="0" y="0"/>
            <a:chExt cx="24777573" cy="14721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57735" y="302760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09557" y="624957"/>
            <a:ext cx="12149912" cy="180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sz="5025" spc="737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MABUTING BALITA</a:t>
            </a:r>
          </a:p>
          <a:p>
            <a:pPr algn="ctr">
              <a:lnSpc>
                <a:spcPts val="4773"/>
              </a:lnSpc>
            </a:pPr>
            <a:r>
              <a:rPr lang="en-US" sz="2526" spc="368" dirty="0">
                <a:solidFill>
                  <a:srgbClr val="2F2C36"/>
                </a:solidFill>
                <a:latin typeface="Yeseva One"/>
                <a:ea typeface="Yeseva One"/>
                <a:cs typeface="Yeseva One"/>
                <a:sym typeface="Yeseva One"/>
              </a:rPr>
              <a:t>( Lucas 2, 16 – 21 )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019453" y="3362448"/>
            <a:ext cx="20326906" cy="32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4200" spc="144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AYON KAY</a:t>
            </a:r>
          </a:p>
          <a:p>
            <a:pPr algn="ctr">
              <a:lnSpc>
                <a:spcPts val="12674"/>
              </a:lnSpc>
            </a:pPr>
            <a:r>
              <a:rPr lang="en-US" sz="14200" spc="144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SAN LUCAS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075" y="2552700"/>
            <a:ext cx="16765803" cy="700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10324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PINUPURI KA NAMIN,</a:t>
            </a:r>
          </a:p>
          <a:p>
            <a:pPr algn="ctr">
              <a:lnSpc>
                <a:spcPts val="16623"/>
              </a:lnSpc>
            </a:pPr>
            <a:r>
              <a:rPr lang="en-US" sz="10324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PANGINOONG HESUKRISTO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6600744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4152900"/>
            <a:ext cx="16016411" cy="255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8"/>
              </a:lnSpc>
            </a:pPr>
            <a:r>
              <a:rPr lang="en-US" sz="14324" spc="2104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HOMILIYA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8563501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2552700"/>
            <a:ext cx="17222079" cy="616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10324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SUMASAMPALATAYA AKO SA DIYOS 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8803054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MAKAPANGYARIHAN SA LAHAT NA MAY GAWA NG LANGIT AT LUPA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801745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SUMASAMPALATAYA AKO KAY HESUKRISTO, IISANG ANAK 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427268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 NATING LAHAT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669699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NAGKATAWANG TAO SIYA LALANG NG ESPIRITU SANTO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0058788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IPINANGANAK NI SANTA MARIANG BIRHEN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52898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PINAGPAKASAKIT NI PONCIO PILATO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2520521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IPINAKO SA KRUS, NAMATAY, INILIBING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185611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NANAOG SA KINAROROONAN NG MGA YUMAO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967014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NANG MAY IKATLONG ARAW, NABUHAY  NA MAG-ULI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688873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UMAKYAT SA LANGIT, NALULUKLOK SA KANAN 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915188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552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AMANG MAKAPANGYARIHAN SA LAHAT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120832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DOON MAGMUMULA, PARIRITO AT HUHUKOM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87143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NANGABUBUHAY AT NANGAMATAY NA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043867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SUMASAMPALATAYA NAMAN AKO SA DIYOS ESPIRITU SANTO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0008354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BANAL NA SIMBAHANG KATOLIKA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490874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KASAMAHAN NG MGA BANAL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030086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399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KAPATAWARAN NG MGA KASALANAN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784564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PAGKABUHAY NA MAG-ULI NG NANGAMATAY NA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583355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38" y="2933700"/>
            <a:ext cx="17298278" cy="612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9000" spc="1516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SA BUHAY NA WALANG HANGGAN, AMEN.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7693556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7440679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2527" y="3695700"/>
            <a:ext cx="17444613" cy="4962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sz="11500" spc="1473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AMA NG KAPAYAPAAN, DINGGIN MO KAMI.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6516" y="2019300"/>
            <a:ext cx="16674968" cy="8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4000" spc="606" dirty="0" err="1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Panalangin</a:t>
            </a:r>
            <a:r>
              <a:rPr lang="en-US" sz="4000" spc="606" dirty="0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 ng Bayan: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358593" y="190500"/>
            <a:ext cx="1752483" cy="1704931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8691725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WITH A GRATEFUL HEART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765737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523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BECAUSE HE’S GIVEN JESUS CHRIST, HIS SON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746024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WITH A GRATEFUL HEART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71929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7611817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523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 BECAUSE HE’S GIVEN JESUS CHRIST, HIS SON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9860744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AND NOW LET THE WEAK SAY “ I AM STRONG 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706123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LET THE POOR SAY </a:t>
            </a:r>
          </a:p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“ I AM RICH 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350599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410790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AND NOW LET THE WEAK SAY “ I AM STRONG 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063822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LET THE POOR SAY </a:t>
            </a:r>
          </a:p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“ I AM RICH 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5176219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344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639009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3422323"/>
            <a:ext cx="17720279" cy="523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</a:t>
            </a:r>
          </a:p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GIVE THANKS</a:t>
            </a:r>
          </a:p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WE GIVE THANKS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5393781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24439690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4210584"/>
            <a:ext cx="17720279" cy="186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440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605316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331" y="2171700"/>
            <a:ext cx="17973291" cy="796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AMA NAMIN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SUMASALANGIT KA,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SAMBAHIN ANG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NGALAN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-381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40" y="2012874"/>
            <a:ext cx="17061873" cy="827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36"/>
              </a:lnSpc>
            </a:pPr>
            <a:r>
              <a:rPr lang="en-US" sz="10073" spc="100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MAPASAAMIN ANG KAHARIAN MO</a:t>
            </a:r>
          </a:p>
          <a:p>
            <a:pPr algn="ctr">
              <a:lnSpc>
                <a:spcPts val="18936"/>
              </a:lnSpc>
            </a:pPr>
            <a:r>
              <a:rPr lang="en-US" sz="10073" spc="100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SUNDIN ANG LOOB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667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40" y="2705100"/>
            <a:ext cx="17061873" cy="600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2"/>
              </a:lnSpc>
            </a:pPr>
            <a:r>
              <a:rPr lang="en-US" sz="10271" spc="102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DITO SA LUPA PARA LANG SA LANGIT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502341"/>
            <a:ext cx="18288000" cy="619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15"/>
              </a:lnSpc>
            </a:pPr>
            <a:r>
              <a:rPr lang="en-US" sz="9138" spc="91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BIGYAN MO  KAMI NGAYON NG AMING KAKANIN SA ARAW-ARAW,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8" y="2390775"/>
            <a:ext cx="17720279" cy="597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1"/>
              </a:lnSpc>
            </a:pPr>
            <a:r>
              <a:rPr lang="en-US" sz="10036" spc="1002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PATAWARIN MO ANG AMING MGA SALA,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926" y="2781300"/>
            <a:ext cx="17266102" cy="627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99"/>
              </a:lnSpc>
            </a:pPr>
            <a:r>
              <a:rPr lang="en-US" sz="9240" spc="459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PARA NG PAGPAPATAWAD NAMIN SA NAGKAKASALA SA AMIN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1" y="2421823"/>
            <a:ext cx="16107951" cy="765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51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HUWAG MO KAMING IPAHINTULOT SA TUKSO,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1" y="2552700"/>
            <a:ext cx="16107951" cy="765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1029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IADYA MO KAMI SA LAHAT NG MASAMA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14350447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1" y="4152900"/>
            <a:ext cx="16107951" cy="228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4900" spc="1029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9732969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9" y="2512262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589471" y="754114"/>
            <a:ext cx="6948829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52C2F"/>
                </a:solidFill>
                <a:latin typeface="Yeseva One"/>
                <a:ea typeface="Yeseva One"/>
                <a:cs typeface="Yeseva One"/>
                <a:sym typeface="Yeseva One"/>
              </a:rPr>
              <a:t>Kordero ng Diyos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4" y="1802699"/>
            <a:ext cx="15357608" cy="798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55"/>
              </a:lnSpc>
            </a:pPr>
            <a:r>
              <a:rPr lang="en-US" sz="10029" spc="499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52"/>
              </a:lnSpc>
            </a:pPr>
            <a:r>
              <a:rPr lang="en-US" sz="10029" spc="499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KORDERO NG DIYOS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9" y="2541539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3" y="2247900"/>
            <a:ext cx="15357608" cy="780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4"/>
              </a:lnSpc>
            </a:pPr>
            <a:r>
              <a:rPr lang="en-US" sz="10024" spc="50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44"/>
              </a:lnSpc>
            </a:pPr>
            <a:r>
              <a:rPr lang="en-US" sz="10024" spc="501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KORDERO NG DIYOS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9" y="2585560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2471" y="3238500"/>
            <a:ext cx="16483012" cy="565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9"/>
              </a:lnSpc>
            </a:pPr>
            <a:r>
              <a:rPr lang="en-US" sz="12000" spc="49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IPAGKALOOB MO </a:t>
            </a:r>
          </a:p>
          <a:p>
            <a:pPr algn="ctr">
              <a:lnSpc>
                <a:spcPts val="14999"/>
              </a:lnSpc>
            </a:pPr>
            <a:r>
              <a:rPr lang="en-US" sz="12000" spc="49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AMIN </a:t>
            </a:r>
          </a:p>
          <a:p>
            <a:pPr algn="ctr">
              <a:lnSpc>
                <a:spcPts val="14999"/>
              </a:lnSpc>
            </a:pPr>
            <a:r>
              <a:rPr lang="en-US" sz="12000" spc="49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KAPAYAPAAN.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60524023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5" y="2551068"/>
            <a:ext cx="17042287" cy="750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PANGINOON HINDI AKO KARAPAT DAPAT NA MAGPATULOY SA IYO,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4" y="2289200"/>
            <a:ext cx="17042287" cy="750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NGUNIT SA ISANG SALITA MO LAMANG AY GAGALING NA AKO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3" y="4305300"/>
            <a:ext cx="17042287" cy="211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14400" spc="497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0860019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145495243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61" y="2464060"/>
            <a:ext cx="17720279" cy="740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 IBIG ANG SIYANG PUMUKAW, </a:t>
            </a:r>
          </a:p>
          <a:p>
            <a:pPr algn="ctr">
              <a:lnSpc>
                <a:spcPts val="14014"/>
              </a:lnSpc>
            </a:pPr>
            <a:r>
              <a:rPr lang="en-US" sz="10010" spc="49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ATING PUSO AT KALULUWA,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6017313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28" y="2943225"/>
            <a:ext cx="17259300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SIYANG NAGDULOT SA ATING BUHAY,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59" y="3324225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 GINTONG ARAL AT PAG ASA.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324225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 IBIG ANG SIYANG BUKLOD NATIN,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324225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DI MAPAPAWI KAILAN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 MAN,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17" y="3171825"/>
            <a:ext cx="16487521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 PUSO’T DIWA TAYO’Y ISA LAMANG,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17" y="3476625"/>
            <a:ext cx="16487521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KAHIT NA TAYO’Y MAGKAWALAY.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718054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484" y="3400425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2714625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2638425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3095625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SIKAPIN SA ATING PAG TULONG,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3171825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IPAMALITA SA BUONG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3171825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 IBIG NI HESUS NA SIYANG SUMASAKOP,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3095625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 SA BAWAT PUSONG UHAW SA PAGSUYO.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10" y="2714625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484" y="3248025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3019425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5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10" y="2638425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484" y="3248025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3" y="2714625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42" y="3543300"/>
            <a:ext cx="16925469" cy="18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DIYOS AY PAG-IBIG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1704970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085518"/>
            <a:ext cx="18288000" cy="211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6600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KUNIN AT TANGGAPIN</a:t>
            </a:r>
          </a:p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ALAY NA ITO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8378065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MGA BIYAYANG NAGMULA SA PAGPAPALA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24" y="2676525"/>
            <a:ext cx="16766507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TANDA NG BAWAT PUSO, PAGKAT INIBIG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99" y="2046886"/>
            <a:ext cx="16743799" cy="828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NGAYO’Y NANANALIG, NAGMAMAHAL SA’YO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23843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650908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TINAPAY NA NAGMULA SA BUTIL NG TRIGO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650908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PAGKAING NAGBIBIGAY NG BUHAY KO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650908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AT ALAK  NA NAGMULA SA ISANG TANGKAY NG UBAS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676525"/>
            <a:ext cx="16993596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INUMING NAGBIBIGAY LAKAS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KUNIN AT TANGGAPIN</a:t>
            </a:r>
          </a:p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ALAY NA ITO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5362024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MGA BIYAYANG NAGMULA SA PAGPAPALA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6191200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24" y="2676525"/>
            <a:ext cx="16766507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TANDA NG BAWAT PUSO, PAGKAT INIBIG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7691112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99" y="2046886"/>
            <a:ext cx="16743799" cy="828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NGAYO’Y NANANALIG, NAGMAMAHAL SA’YO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23843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8801429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537364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LAHAT NG MGA LUNGKOT, LIGAYA’T PAGSUBOK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LAHAT NG LAKAS AT KAHINAAN KO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24" y="2752725"/>
            <a:ext cx="16766507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INAALAY KONG LAHAT BUONG PAGKATAO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78" y="2862277"/>
            <a:ext cx="16743799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ITO AY ISUSUNOD SA’YO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404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KUNIN AT TANGGAPIN</a:t>
            </a:r>
          </a:p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ANG ALAY NA ITO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7849499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0908"/>
            <a:ext cx="18288000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MGA BIYAYANG NAGMULA SA PAGPAPALA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19046533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650908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TANDA NG BAWAT PUSO, PAGKAT INIBIG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62277"/>
            <a:ext cx="16993596" cy="616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499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NGAYO’Y NANANALIG, NAGMAMAHAL SA’YO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304203200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81200" y="3848100"/>
            <a:ext cx="22583952" cy="240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9"/>
              </a:lnSpc>
            </a:pPr>
            <a:r>
              <a:rPr lang="en-US" sz="16100" spc="196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18569128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3924300"/>
            <a:ext cx="17449800" cy="2211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959"/>
              </a:lnSpc>
            </a:pPr>
            <a:r>
              <a:rPr lang="en-US" sz="10000" spc="1968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SALAMAT SA DIYOS!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53770582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62277"/>
            <a:ext cx="16993596" cy="610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9600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WALANG SINUMAN ANG NABUBUHAY PARA SA SARILI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59408898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62277"/>
            <a:ext cx="16993596" cy="610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9600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WALANG SINUMAN ANG NAMAMATAY PARA SA SARILI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8410375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62277"/>
            <a:ext cx="16993596" cy="610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9600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TAYONG LAHAT AY MAY PANANAGUTAN SA ISA’T ISA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9102619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62277"/>
            <a:ext cx="16993596" cy="610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9600" spc="474" dirty="0">
                <a:solidFill>
                  <a:srgbClr val="352C2F"/>
                </a:solidFill>
                <a:latin typeface="Fredoka"/>
                <a:ea typeface="Fredoka"/>
                <a:cs typeface="Fredoka"/>
                <a:sym typeface="Fredoka"/>
              </a:rPr>
              <a:t>TAYONG LAHAT TINIPON NG DIYOS NA KAPILING NIYA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82145639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091" y="323778"/>
            <a:ext cx="1783175" cy="1783175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0" y="8067560"/>
            <a:ext cx="5943600" cy="567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500" spc="371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Lucas 2, 16 - 21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40032" y="8343900"/>
            <a:ext cx="3227968" cy="47419"/>
            <a:chOff x="0" y="0"/>
            <a:chExt cx="2985643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58400" y="9029700"/>
            <a:ext cx="5634852" cy="858140"/>
            <a:chOff x="0" y="0"/>
            <a:chExt cx="6983603" cy="820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3603" cy="820928"/>
            </a:xfrm>
            <a:custGeom>
              <a:avLst/>
              <a:gdLst/>
              <a:ahLst/>
              <a:cxnLst/>
              <a:rect l="l" t="t" r="r" b="b"/>
              <a:pathLst>
                <a:path w="6983603" h="820928">
                  <a:moveTo>
                    <a:pt x="0" y="0"/>
                  </a:moveTo>
                  <a:lnTo>
                    <a:pt x="6983603" y="0"/>
                  </a:lnTo>
                  <a:lnTo>
                    <a:pt x="6983603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2F2C3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440033" y="2525302"/>
            <a:ext cx="1091752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7"/>
              </a:lnSpc>
            </a:pPr>
            <a:r>
              <a:rPr lang="en-US" sz="5800" spc="569" dirty="0">
                <a:solidFill>
                  <a:srgbClr val="352C2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Yeseva One"/>
                <a:ea typeface="Yeseva One"/>
                <a:cs typeface="Yeseva One"/>
                <a:sym typeface="Yeseva One"/>
              </a:rPr>
              <a:t>DAKILANG KAPISTAHAN 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399" y="9218528"/>
            <a:ext cx="552552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sz="3600" spc="313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31,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0425" y="4878367"/>
            <a:ext cx="945674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spc="1144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MARIA, INA NG DIYOS</a:t>
            </a:r>
            <a:endParaRPr lang="en-US" sz="8800" spc="1153" dirty="0"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van"/>
              <a:ea typeface="Bevan"/>
              <a:cs typeface="Bevan"/>
              <a:sym typeface="Bev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D4777-F517-4479-A274-A68888E8D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t="6296" r="3866" b="1244"/>
          <a:stretch/>
        </p:blipFill>
        <p:spPr>
          <a:xfrm>
            <a:off x="-27040" y="-1"/>
            <a:ext cx="7570839" cy="10373923"/>
          </a:xfrm>
          <a:prstGeom prst="rect">
            <a:avLst/>
          </a:prstGeom>
        </p:spPr>
      </p:pic>
      <p:grpSp>
        <p:nvGrpSpPr>
          <p:cNvPr id="19" name="Group 7">
            <a:extLst>
              <a:ext uri="{FF2B5EF4-FFF2-40B4-BE49-F238E27FC236}">
                <a16:creationId xmlns:a16="http://schemas.microsoft.com/office/drawing/2014/main" id="{B6C56036-6D03-4F5C-823F-6A041481E8DC}"/>
              </a:ext>
            </a:extLst>
          </p:cNvPr>
          <p:cNvGrpSpPr/>
          <p:nvPr/>
        </p:nvGrpSpPr>
        <p:grpSpPr>
          <a:xfrm>
            <a:off x="15114351" y="8343900"/>
            <a:ext cx="3227968" cy="47419"/>
            <a:chOff x="0" y="0"/>
            <a:chExt cx="2985643" cy="762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44192DA-A169-4FC5-BD18-995AAE23B841}"/>
                </a:ext>
              </a:extLst>
            </p:cNvPr>
            <p:cNvSpPr/>
            <p:nvPr/>
          </p:nvSpPr>
          <p:spPr>
            <a:xfrm>
              <a:off x="0" y="0"/>
              <a:ext cx="2985643" cy="76200"/>
            </a:xfrm>
            <a:prstGeom prst="roundRect">
              <a:avLst/>
            </a:pr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40940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1671</Words>
  <Application>Microsoft Office PowerPoint</Application>
  <PresentationFormat>Custom</PresentationFormat>
  <Paragraphs>335</Paragraphs>
  <Slides>190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6" baseType="lpstr">
      <vt:lpstr>Arial</vt:lpstr>
      <vt:lpstr>Calibri</vt:lpstr>
      <vt:lpstr>Fredoka</vt:lpstr>
      <vt:lpstr>Yeseva One</vt:lpstr>
      <vt:lpstr>Bevan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IKA-PITO.pptx</dc:title>
  <dc:creator>Mary Rose Domingo</dc:creator>
  <cp:lastModifiedBy>Mary Rose Domingo</cp:lastModifiedBy>
  <cp:revision>57</cp:revision>
  <dcterms:created xsi:type="dcterms:W3CDTF">2006-08-16T00:00:00Z</dcterms:created>
  <dcterms:modified xsi:type="dcterms:W3CDTF">2025-12-31T09:38:14Z</dcterms:modified>
  <dc:identifier>DAGZ6Q-VzlA</dc:identifier>
</cp:coreProperties>
</file>